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5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6858000" cy="9144000"/>
  <p:embeddedFontLst>
    <p:embeddedFont>
      <p:font typeface="Arial Black" panose="020B0604020202020204" pitchFamily="34" charset="0"/>
      <p:regular r:id="rId17"/>
      <p:bold r:id="rId18"/>
    </p:embeddedFont>
    <p:embeddedFont>
      <p:font typeface="Manrope" pitchFamily="2" charset="0"/>
      <p:regular r:id="rId19"/>
      <p:bold r:id="rId20"/>
    </p:embeddedFont>
    <p:embeddedFont>
      <p:font typeface="Montserrat" pitchFamily="2" charset="77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ih0/ZOyJ2WHpecLaJp4zEw/549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54"/>
    <p:restoredTop sz="94611"/>
  </p:normalViewPr>
  <p:slideViewPr>
    <p:cSldViewPr snapToGrid="0">
      <p:cViewPr>
        <p:scale>
          <a:sx n="155" d="100"/>
          <a:sy n="155" d="100"/>
        </p:scale>
        <p:origin x="1200" y="-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7" name="Google Shape;11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6" name="Google Shape;14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1" name="Google Shape;1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0" name="Google Shape;1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1" name="Google Shape;2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0" name="Google Shape;22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1" name="Google Shape;23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3" name="Google Shape;24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455777" y="507016"/>
            <a:ext cx="8232600" cy="13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900" b="0" i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8229600" cy="33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ftr" idx="11"/>
          </p:nvPr>
        </p:nvSpPr>
        <p:spPr>
          <a:xfrm>
            <a:off x="463999" y="4892271"/>
            <a:ext cx="859500" cy="1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‹Nº›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2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TITLE_AND_BODY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4419600" y="4630341"/>
            <a:ext cx="2133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22850" rIns="22850" bIns="2285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1">
  <p:cSld name="TITLE_AND_BODY_2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sldNum" idx="12"/>
          </p:nvPr>
        </p:nvSpPr>
        <p:spPr>
          <a:xfrm>
            <a:off x="4419600" y="4630341"/>
            <a:ext cx="2133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22850" rIns="22850" bIns="2285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 5">
  <p:cSld name="CUSTOM_3_5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obj">
  <p:cSld name="OBJECT">
    <p:bg>
      <p:bgPr>
        <a:solidFill>
          <a:srgbClr val="272727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/>
          <p:nvPr/>
        </p:nvSpPr>
        <p:spPr>
          <a:xfrm>
            <a:off x="183250" y="198627"/>
            <a:ext cx="8763000" cy="4544695"/>
          </a:xfrm>
          <a:custGeom>
            <a:avLst/>
            <a:gdLst/>
            <a:ahLst/>
            <a:cxnLst/>
            <a:rect l="l" t="t" r="r" b="b"/>
            <a:pathLst>
              <a:path w="17526000" h="9089390" extrusionOk="0">
                <a:moveTo>
                  <a:pt x="17238315" y="9088776"/>
                </a:moveTo>
                <a:lnTo>
                  <a:pt x="287659" y="9088776"/>
                </a:lnTo>
                <a:lnTo>
                  <a:pt x="240999" y="9085012"/>
                </a:lnTo>
                <a:lnTo>
                  <a:pt x="196736" y="9074113"/>
                </a:lnTo>
                <a:lnTo>
                  <a:pt x="155463" y="9056671"/>
                </a:lnTo>
                <a:lnTo>
                  <a:pt x="117771" y="9033280"/>
                </a:lnTo>
                <a:lnTo>
                  <a:pt x="84253" y="9004530"/>
                </a:lnTo>
                <a:lnTo>
                  <a:pt x="55501" y="8971013"/>
                </a:lnTo>
                <a:lnTo>
                  <a:pt x="32108" y="8933323"/>
                </a:lnTo>
                <a:lnTo>
                  <a:pt x="14665" y="8892050"/>
                </a:lnTo>
                <a:lnTo>
                  <a:pt x="3764" y="8847788"/>
                </a:lnTo>
                <a:lnTo>
                  <a:pt x="0" y="8801127"/>
                </a:lnTo>
                <a:lnTo>
                  <a:pt x="0" y="287659"/>
                </a:lnTo>
                <a:lnTo>
                  <a:pt x="3764" y="240999"/>
                </a:lnTo>
                <a:lnTo>
                  <a:pt x="14665" y="196736"/>
                </a:lnTo>
                <a:lnTo>
                  <a:pt x="32108" y="155463"/>
                </a:lnTo>
                <a:lnTo>
                  <a:pt x="55501" y="117771"/>
                </a:lnTo>
                <a:lnTo>
                  <a:pt x="84253" y="84253"/>
                </a:lnTo>
                <a:lnTo>
                  <a:pt x="117771" y="55501"/>
                </a:lnTo>
                <a:lnTo>
                  <a:pt x="155463" y="32108"/>
                </a:lnTo>
                <a:lnTo>
                  <a:pt x="196736" y="14665"/>
                </a:lnTo>
                <a:lnTo>
                  <a:pt x="240999" y="3764"/>
                </a:lnTo>
                <a:lnTo>
                  <a:pt x="287659" y="0"/>
                </a:lnTo>
                <a:lnTo>
                  <a:pt x="17238315" y="0"/>
                </a:lnTo>
                <a:lnTo>
                  <a:pt x="17283579" y="3583"/>
                </a:lnTo>
                <a:lnTo>
                  <a:pt x="17327325" y="14120"/>
                </a:lnTo>
                <a:lnTo>
                  <a:pt x="17368779" y="31291"/>
                </a:lnTo>
                <a:lnTo>
                  <a:pt x="17407167" y="54776"/>
                </a:lnTo>
                <a:lnTo>
                  <a:pt x="17441715" y="84254"/>
                </a:lnTo>
                <a:lnTo>
                  <a:pt x="17471194" y="118799"/>
                </a:lnTo>
                <a:lnTo>
                  <a:pt x="17494677" y="157185"/>
                </a:lnTo>
                <a:lnTo>
                  <a:pt x="17511846" y="198638"/>
                </a:lnTo>
                <a:lnTo>
                  <a:pt x="17522382" y="242387"/>
                </a:lnTo>
                <a:lnTo>
                  <a:pt x="17525965" y="287659"/>
                </a:lnTo>
                <a:lnTo>
                  <a:pt x="17525965" y="8801127"/>
                </a:lnTo>
                <a:lnTo>
                  <a:pt x="17522199" y="8847788"/>
                </a:lnTo>
                <a:lnTo>
                  <a:pt x="17511299" y="8892050"/>
                </a:lnTo>
                <a:lnTo>
                  <a:pt x="17493855" y="8933323"/>
                </a:lnTo>
                <a:lnTo>
                  <a:pt x="17470461" y="8971013"/>
                </a:lnTo>
                <a:lnTo>
                  <a:pt x="17441709" y="9004530"/>
                </a:lnTo>
                <a:lnTo>
                  <a:pt x="17408191" y="9033280"/>
                </a:lnTo>
                <a:lnTo>
                  <a:pt x="17370500" y="9056671"/>
                </a:lnTo>
                <a:lnTo>
                  <a:pt x="17329229" y="9074113"/>
                </a:lnTo>
                <a:lnTo>
                  <a:pt x="17284970" y="9085012"/>
                </a:lnTo>
                <a:lnTo>
                  <a:pt x="17238315" y="9088776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2"/>
          <p:cNvSpPr/>
          <p:nvPr/>
        </p:nvSpPr>
        <p:spPr>
          <a:xfrm>
            <a:off x="490458" y="2975356"/>
            <a:ext cx="1328420" cy="1328420"/>
          </a:xfrm>
          <a:custGeom>
            <a:avLst/>
            <a:gdLst/>
            <a:ahLst/>
            <a:cxnLst/>
            <a:rect l="l" t="t" r="r" b="b"/>
            <a:pathLst>
              <a:path w="2656840" h="2656840" extrusionOk="0">
                <a:moveTo>
                  <a:pt x="1328397" y="2656794"/>
                </a:moveTo>
                <a:lnTo>
                  <a:pt x="1279697" y="2655918"/>
                </a:lnTo>
                <a:lnTo>
                  <a:pt x="1231440" y="2653310"/>
                </a:lnTo>
                <a:lnTo>
                  <a:pt x="1183653" y="2649000"/>
                </a:lnTo>
                <a:lnTo>
                  <a:pt x="1136369" y="2643017"/>
                </a:lnTo>
                <a:lnTo>
                  <a:pt x="1089616" y="2635393"/>
                </a:lnTo>
                <a:lnTo>
                  <a:pt x="1043424" y="2626156"/>
                </a:lnTo>
                <a:lnTo>
                  <a:pt x="997825" y="2615337"/>
                </a:lnTo>
                <a:lnTo>
                  <a:pt x="952847" y="2602966"/>
                </a:lnTo>
                <a:lnTo>
                  <a:pt x="908521" y="2589074"/>
                </a:lnTo>
                <a:lnTo>
                  <a:pt x="864876" y="2573689"/>
                </a:lnTo>
                <a:lnTo>
                  <a:pt x="821943" y="2556842"/>
                </a:lnTo>
                <a:lnTo>
                  <a:pt x="779752" y="2538563"/>
                </a:lnTo>
                <a:lnTo>
                  <a:pt x="738333" y="2518882"/>
                </a:lnTo>
                <a:lnTo>
                  <a:pt x="697715" y="2497829"/>
                </a:lnTo>
                <a:lnTo>
                  <a:pt x="657929" y="2475433"/>
                </a:lnTo>
                <a:lnTo>
                  <a:pt x="619005" y="2451726"/>
                </a:lnTo>
                <a:lnTo>
                  <a:pt x="580973" y="2426737"/>
                </a:lnTo>
                <a:lnTo>
                  <a:pt x="543863" y="2400496"/>
                </a:lnTo>
                <a:lnTo>
                  <a:pt x="507704" y="2373033"/>
                </a:lnTo>
                <a:lnTo>
                  <a:pt x="472527" y="2344378"/>
                </a:lnTo>
                <a:lnTo>
                  <a:pt x="438363" y="2314561"/>
                </a:lnTo>
                <a:lnTo>
                  <a:pt x="405240" y="2283613"/>
                </a:lnTo>
                <a:lnTo>
                  <a:pt x="373188" y="2251562"/>
                </a:lnTo>
                <a:lnTo>
                  <a:pt x="342239" y="2218439"/>
                </a:lnTo>
                <a:lnTo>
                  <a:pt x="312422" y="2184275"/>
                </a:lnTo>
                <a:lnTo>
                  <a:pt x="283767" y="2149098"/>
                </a:lnTo>
                <a:lnTo>
                  <a:pt x="256303" y="2112940"/>
                </a:lnTo>
                <a:lnTo>
                  <a:pt x="230062" y="2075829"/>
                </a:lnTo>
                <a:lnTo>
                  <a:pt x="205072" y="2037797"/>
                </a:lnTo>
                <a:lnTo>
                  <a:pt x="181365" y="1998873"/>
                </a:lnTo>
                <a:lnTo>
                  <a:pt x="158969" y="1959087"/>
                </a:lnTo>
                <a:lnTo>
                  <a:pt x="137916" y="1918470"/>
                </a:lnTo>
                <a:lnTo>
                  <a:pt x="118234" y="1877050"/>
                </a:lnTo>
                <a:lnTo>
                  <a:pt x="99955" y="1834859"/>
                </a:lnTo>
                <a:lnTo>
                  <a:pt x="83107" y="1791926"/>
                </a:lnTo>
                <a:lnTo>
                  <a:pt x="67722" y="1748281"/>
                </a:lnTo>
                <a:lnTo>
                  <a:pt x="53829" y="1703954"/>
                </a:lnTo>
                <a:lnTo>
                  <a:pt x="41458" y="1658976"/>
                </a:lnTo>
                <a:lnTo>
                  <a:pt x="30639" y="1613375"/>
                </a:lnTo>
                <a:lnTo>
                  <a:pt x="21402" y="1567183"/>
                </a:lnTo>
                <a:lnTo>
                  <a:pt x="13777" y="1520429"/>
                </a:lnTo>
                <a:lnTo>
                  <a:pt x="7794" y="1473144"/>
                </a:lnTo>
                <a:lnTo>
                  <a:pt x="3484" y="1425357"/>
                </a:lnTo>
                <a:lnTo>
                  <a:pt x="876" y="1377098"/>
                </a:lnTo>
                <a:lnTo>
                  <a:pt x="0" y="1328397"/>
                </a:lnTo>
                <a:lnTo>
                  <a:pt x="876" y="1279698"/>
                </a:lnTo>
                <a:lnTo>
                  <a:pt x="3484" y="1231440"/>
                </a:lnTo>
                <a:lnTo>
                  <a:pt x="7794" y="1183654"/>
                </a:lnTo>
                <a:lnTo>
                  <a:pt x="13777" y="1136370"/>
                </a:lnTo>
                <a:lnTo>
                  <a:pt x="21402" y="1089617"/>
                </a:lnTo>
                <a:lnTo>
                  <a:pt x="30639" y="1043426"/>
                </a:lnTo>
                <a:lnTo>
                  <a:pt x="41458" y="997826"/>
                </a:lnTo>
                <a:lnTo>
                  <a:pt x="53829" y="952849"/>
                </a:lnTo>
                <a:lnTo>
                  <a:pt x="67722" y="908522"/>
                </a:lnTo>
                <a:lnTo>
                  <a:pt x="83107" y="864878"/>
                </a:lnTo>
                <a:lnTo>
                  <a:pt x="99955" y="821945"/>
                </a:lnTo>
                <a:lnTo>
                  <a:pt x="118234" y="779754"/>
                </a:lnTo>
                <a:lnTo>
                  <a:pt x="137916" y="738335"/>
                </a:lnTo>
                <a:lnTo>
                  <a:pt x="158969" y="697717"/>
                </a:lnTo>
                <a:lnTo>
                  <a:pt x="181365" y="657932"/>
                </a:lnTo>
                <a:lnTo>
                  <a:pt x="205072" y="619007"/>
                </a:lnTo>
                <a:lnTo>
                  <a:pt x="230062" y="580975"/>
                </a:lnTo>
                <a:lnTo>
                  <a:pt x="256303" y="543865"/>
                </a:lnTo>
                <a:lnTo>
                  <a:pt x="283767" y="507706"/>
                </a:lnTo>
                <a:lnTo>
                  <a:pt x="312422" y="472529"/>
                </a:lnTo>
                <a:lnTo>
                  <a:pt x="342239" y="438364"/>
                </a:lnTo>
                <a:lnTo>
                  <a:pt x="373188" y="405241"/>
                </a:lnTo>
                <a:lnTo>
                  <a:pt x="405240" y="373190"/>
                </a:lnTo>
                <a:lnTo>
                  <a:pt x="438363" y="342241"/>
                </a:lnTo>
                <a:lnTo>
                  <a:pt x="472527" y="312424"/>
                </a:lnTo>
                <a:lnTo>
                  <a:pt x="507704" y="283768"/>
                </a:lnTo>
                <a:lnTo>
                  <a:pt x="543863" y="256305"/>
                </a:lnTo>
                <a:lnTo>
                  <a:pt x="580973" y="230063"/>
                </a:lnTo>
                <a:lnTo>
                  <a:pt x="619005" y="205073"/>
                </a:lnTo>
                <a:lnTo>
                  <a:pt x="657929" y="181366"/>
                </a:lnTo>
                <a:lnTo>
                  <a:pt x="697715" y="158970"/>
                </a:lnTo>
                <a:lnTo>
                  <a:pt x="738333" y="137917"/>
                </a:lnTo>
                <a:lnTo>
                  <a:pt x="779752" y="118235"/>
                </a:lnTo>
                <a:lnTo>
                  <a:pt x="821943" y="99955"/>
                </a:lnTo>
                <a:lnTo>
                  <a:pt x="864876" y="83108"/>
                </a:lnTo>
                <a:lnTo>
                  <a:pt x="908521" y="67723"/>
                </a:lnTo>
                <a:lnTo>
                  <a:pt x="952847" y="53829"/>
                </a:lnTo>
                <a:lnTo>
                  <a:pt x="997825" y="41458"/>
                </a:lnTo>
                <a:lnTo>
                  <a:pt x="1043424" y="30639"/>
                </a:lnTo>
                <a:lnTo>
                  <a:pt x="1089616" y="21402"/>
                </a:lnTo>
                <a:lnTo>
                  <a:pt x="1136369" y="13777"/>
                </a:lnTo>
                <a:lnTo>
                  <a:pt x="1183653" y="7794"/>
                </a:lnTo>
                <a:lnTo>
                  <a:pt x="1231440" y="3484"/>
                </a:lnTo>
                <a:lnTo>
                  <a:pt x="1279697" y="876"/>
                </a:lnTo>
                <a:lnTo>
                  <a:pt x="1328397" y="0"/>
                </a:lnTo>
                <a:lnTo>
                  <a:pt x="1378620" y="948"/>
                </a:lnTo>
                <a:lnTo>
                  <a:pt x="1428600" y="3782"/>
                </a:lnTo>
                <a:lnTo>
                  <a:pt x="1478287" y="8480"/>
                </a:lnTo>
                <a:lnTo>
                  <a:pt x="1527633" y="15022"/>
                </a:lnTo>
                <a:lnTo>
                  <a:pt x="1576591" y="23389"/>
                </a:lnTo>
                <a:lnTo>
                  <a:pt x="1625111" y="33560"/>
                </a:lnTo>
                <a:lnTo>
                  <a:pt x="1673147" y="45516"/>
                </a:lnTo>
                <a:lnTo>
                  <a:pt x="1720649" y="59237"/>
                </a:lnTo>
                <a:lnTo>
                  <a:pt x="1767570" y="74702"/>
                </a:lnTo>
                <a:lnTo>
                  <a:pt x="1813861" y="91892"/>
                </a:lnTo>
                <a:lnTo>
                  <a:pt x="1859474" y="110787"/>
                </a:lnTo>
                <a:lnTo>
                  <a:pt x="1904362" y="131366"/>
                </a:lnTo>
                <a:lnTo>
                  <a:pt x="1948475" y="153610"/>
                </a:lnTo>
                <a:lnTo>
                  <a:pt x="1991766" y="177499"/>
                </a:lnTo>
                <a:lnTo>
                  <a:pt x="2034186" y="203013"/>
                </a:lnTo>
                <a:lnTo>
                  <a:pt x="2075687" y="230132"/>
                </a:lnTo>
                <a:lnTo>
                  <a:pt x="2116222" y="258835"/>
                </a:lnTo>
                <a:lnTo>
                  <a:pt x="2155741" y="289104"/>
                </a:lnTo>
                <a:lnTo>
                  <a:pt x="2194198" y="320917"/>
                </a:lnTo>
                <a:lnTo>
                  <a:pt x="2231542" y="354255"/>
                </a:lnTo>
                <a:lnTo>
                  <a:pt x="2267727" y="389099"/>
                </a:lnTo>
                <a:lnTo>
                  <a:pt x="2302567" y="425284"/>
                </a:lnTo>
                <a:lnTo>
                  <a:pt x="2335903" y="462628"/>
                </a:lnTo>
                <a:lnTo>
                  <a:pt x="2367713" y="501083"/>
                </a:lnTo>
                <a:lnTo>
                  <a:pt x="2397979" y="540602"/>
                </a:lnTo>
                <a:lnTo>
                  <a:pt x="2426681" y="581135"/>
                </a:lnTo>
                <a:lnTo>
                  <a:pt x="2453797" y="622635"/>
                </a:lnTo>
                <a:lnTo>
                  <a:pt x="2479309" y="665054"/>
                </a:lnTo>
                <a:lnTo>
                  <a:pt x="2503197" y="708343"/>
                </a:lnTo>
                <a:lnTo>
                  <a:pt x="2525440" y="752454"/>
                </a:lnTo>
                <a:lnTo>
                  <a:pt x="2546018" y="797339"/>
                </a:lnTo>
                <a:lnTo>
                  <a:pt x="2564912" y="842951"/>
                </a:lnTo>
                <a:lnTo>
                  <a:pt x="2582101" y="889240"/>
                </a:lnTo>
                <a:lnTo>
                  <a:pt x="2597566" y="936158"/>
                </a:lnTo>
                <a:lnTo>
                  <a:pt x="2611286" y="983659"/>
                </a:lnTo>
                <a:lnTo>
                  <a:pt x="2623242" y="1031692"/>
                </a:lnTo>
                <a:lnTo>
                  <a:pt x="2633413" y="1080211"/>
                </a:lnTo>
                <a:lnTo>
                  <a:pt x="2641780" y="1129167"/>
                </a:lnTo>
                <a:lnTo>
                  <a:pt x="2648322" y="1178511"/>
                </a:lnTo>
                <a:lnTo>
                  <a:pt x="2653020" y="1228197"/>
                </a:lnTo>
                <a:lnTo>
                  <a:pt x="2655853" y="1278175"/>
                </a:lnTo>
                <a:lnTo>
                  <a:pt x="2656802" y="1328397"/>
                </a:lnTo>
                <a:lnTo>
                  <a:pt x="2655926" y="1377098"/>
                </a:lnTo>
                <a:lnTo>
                  <a:pt x="2653317" y="1425357"/>
                </a:lnTo>
                <a:lnTo>
                  <a:pt x="2649007" y="1473144"/>
                </a:lnTo>
                <a:lnTo>
                  <a:pt x="2643024" y="1520429"/>
                </a:lnTo>
                <a:lnTo>
                  <a:pt x="2635399" y="1567183"/>
                </a:lnTo>
                <a:lnTo>
                  <a:pt x="2626162" y="1613375"/>
                </a:lnTo>
                <a:lnTo>
                  <a:pt x="2615343" y="1658976"/>
                </a:lnTo>
                <a:lnTo>
                  <a:pt x="2602972" y="1703954"/>
                </a:lnTo>
                <a:lnTo>
                  <a:pt x="2589079" y="1748281"/>
                </a:lnTo>
                <a:lnTo>
                  <a:pt x="2573693" y="1791926"/>
                </a:lnTo>
                <a:lnTo>
                  <a:pt x="2556846" y="1834859"/>
                </a:lnTo>
                <a:lnTo>
                  <a:pt x="2538566" y="1877050"/>
                </a:lnTo>
                <a:lnTo>
                  <a:pt x="2518884" y="1918470"/>
                </a:lnTo>
                <a:lnTo>
                  <a:pt x="2497831" y="1959087"/>
                </a:lnTo>
                <a:lnTo>
                  <a:pt x="2475435" y="1998873"/>
                </a:lnTo>
                <a:lnTo>
                  <a:pt x="2451727" y="2037797"/>
                </a:lnTo>
                <a:lnTo>
                  <a:pt x="2426738" y="2075829"/>
                </a:lnTo>
                <a:lnTo>
                  <a:pt x="2400496" y="2112940"/>
                </a:lnTo>
                <a:lnTo>
                  <a:pt x="2373033" y="2149098"/>
                </a:lnTo>
                <a:lnTo>
                  <a:pt x="2344377" y="2184275"/>
                </a:lnTo>
                <a:lnTo>
                  <a:pt x="2314560" y="2218439"/>
                </a:lnTo>
                <a:lnTo>
                  <a:pt x="2283610" y="2251562"/>
                </a:lnTo>
                <a:lnTo>
                  <a:pt x="2251559" y="2283613"/>
                </a:lnTo>
                <a:lnTo>
                  <a:pt x="2218436" y="2314561"/>
                </a:lnTo>
                <a:lnTo>
                  <a:pt x="2184271" y="2344378"/>
                </a:lnTo>
                <a:lnTo>
                  <a:pt x="2149094" y="2373033"/>
                </a:lnTo>
                <a:lnTo>
                  <a:pt x="2112935" y="2400496"/>
                </a:lnTo>
                <a:lnTo>
                  <a:pt x="2075824" y="2426737"/>
                </a:lnTo>
                <a:lnTo>
                  <a:pt x="2037792" y="2451726"/>
                </a:lnTo>
                <a:lnTo>
                  <a:pt x="1998867" y="2475433"/>
                </a:lnTo>
                <a:lnTo>
                  <a:pt x="1959081" y="2497829"/>
                </a:lnTo>
                <a:lnTo>
                  <a:pt x="1918464" y="2518882"/>
                </a:lnTo>
                <a:lnTo>
                  <a:pt x="1877044" y="2538563"/>
                </a:lnTo>
                <a:lnTo>
                  <a:pt x="1834853" y="2556842"/>
                </a:lnTo>
                <a:lnTo>
                  <a:pt x="1791920" y="2573689"/>
                </a:lnTo>
                <a:lnTo>
                  <a:pt x="1748275" y="2589074"/>
                </a:lnTo>
                <a:lnTo>
                  <a:pt x="1703948" y="2602966"/>
                </a:lnTo>
                <a:lnTo>
                  <a:pt x="1658970" y="2615337"/>
                </a:lnTo>
                <a:lnTo>
                  <a:pt x="1613370" y="2626156"/>
                </a:lnTo>
                <a:lnTo>
                  <a:pt x="1567179" y="2635393"/>
                </a:lnTo>
                <a:lnTo>
                  <a:pt x="1520426" y="2643017"/>
                </a:lnTo>
                <a:lnTo>
                  <a:pt x="1473141" y="2649000"/>
                </a:lnTo>
                <a:lnTo>
                  <a:pt x="1425354" y="2653310"/>
                </a:lnTo>
                <a:lnTo>
                  <a:pt x="1377096" y="2655918"/>
                </a:lnTo>
                <a:lnTo>
                  <a:pt x="1328397" y="2656794"/>
                </a:lnTo>
                <a:close/>
              </a:path>
            </a:pathLst>
          </a:custGeom>
          <a:solidFill>
            <a:srgbClr val="3F2A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2"/>
          <p:cNvSpPr/>
          <p:nvPr/>
        </p:nvSpPr>
        <p:spPr>
          <a:xfrm>
            <a:off x="634404" y="3111798"/>
            <a:ext cx="1024200" cy="1200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2"/>
          <p:cNvSpPr txBox="1">
            <a:spLocks noGrp="1"/>
          </p:cNvSpPr>
          <p:nvPr>
            <p:ph type="ctrTitle"/>
          </p:nvPr>
        </p:nvSpPr>
        <p:spPr>
          <a:xfrm>
            <a:off x="456000" y="499665"/>
            <a:ext cx="8232000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2"/>
          <p:cNvSpPr txBox="1">
            <a:spLocks noGrp="1"/>
          </p:cNvSpPr>
          <p:nvPr>
            <p:ph type="subTitle" idx="1"/>
          </p:nvPr>
        </p:nvSpPr>
        <p:spPr>
          <a:xfrm>
            <a:off x="2020737" y="2684657"/>
            <a:ext cx="5102700" cy="11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 b="0" i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 txBox="1">
            <a:spLocks noGrp="1"/>
          </p:cNvSpPr>
          <p:nvPr>
            <p:ph type="ftr" idx="11"/>
          </p:nvPr>
        </p:nvSpPr>
        <p:spPr>
          <a:xfrm>
            <a:off x="463999" y="4892271"/>
            <a:ext cx="859500" cy="1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32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‹Nº›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0" name="Google Shape;80;p3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1" name="Google Shape;81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4" name="Google Shape;84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8" name="Google Shape;88;p3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9" name="Google Shape;89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5" name="Google Shape;95;p3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6" name="Google Shape;96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9" name="Google Shape;99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03" name="Google Shape;103;p3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4" name="Google Shape;104;p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5" name="Google Shape;105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1" name="Google Shape;111;p4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2" name="Google Shape;112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272727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72727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"/>
          <p:cNvSpPr txBox="1"/>
          <p:nvPr/>
        </p:nvSpPr>
        <p:spPr>
          <a:xfrm>
            <a:off x="499425" y="1232600"/>
            <a:ext cx="3166200" cy="1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0" name="Google Shape;120;p1"/>
          <p:cNvSpPr txBox="1"/>
          <p:nvPr/>
        </p:nvSpPr>
        <p:spPr>
          <a:xfrm>
            <a:off x="2117360" y="3569798"/>
            <a:ext cx="1790100" cy="1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1" name="Google Shape;121;p1"/>
          <p:cNvSpPr txBox="1"/>
          <p:nvPr/>
        </p:nvSpPr>
        <p:spPr>
          <a:xfrm>
            <a:off x="499425" y="1666025"/>
            <a:ext cx="25248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" sz="13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¡Aprendamos qué son y cómo podemos usarlos!</a:t>
            </a:r>
            <a:endParaRPr sz="13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22" name="Google Shape;12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53950" y="3109942"/>
            <a:ext cx="5537650" cy="1925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3950" y="1173225"/>
            <a:ext cx="5537650" cy="224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"/>
          <p:cNvSpPr txBox="1">
            <a:spLocks noGrp="1"/>
          </p:cNvSpPr>
          <p:nvPr>
            <p:ph type="title"/>
          </p:nvPr>
        </p:nvSpPr>
        <p:spPr>
          <a:xfrm>
            <a:off x="499425" y="464050"/>
            <a:ext cx="7794600" cy="20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4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Familiarizarse con las transformaciones CSS</a:t>
            </a:r>
            <a:endParaRPr sz="34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4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34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"/>
          <p:cNvSpPr/>
          <p:nvPr/>
        </p:nvSpPr>
        <p:spPr>
          <a:xfrm>
            <a:off x="321600" y="259925"/>
            <a:ext cx="7445400" cy="2114700"/>
          </a:xfrm>
          <a:prstGeom prst="rect">
            <a:avLst/>
          </a:prstGeom>
          <a:solidFill>
            <a:srgbClr val="272727"/>
          </a:solidFill>
          <a:ln w="9525" cap="flat" cmpd="sng">
            <a:solidFill>
              <a:srgbClr val="2727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541875" y="546300"/>
            <a:ext cx="528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409725" y="315450"/>
            <a:ext cx="68838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" sz="3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Si ves este ícono, significa que estoy esperando tus respuestas.</a:t>
            </a:r>
            <a:endParaRPr sz="30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409725" y="1372425"/>
            <a:ext cx="6344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" sz="1500">
                <a:solidFill>
                  <a:schemeClr val="lt1"/>
                </a:solidFill>
              </a:rPr>
              <a:t>Respondan uno por uno, no se interrumpan ;)</a:t>
            </a:r>
            <a:endParaRPr sz="1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72727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"/>
          <p:cNvSpPr txBox="1">
            <a:spLocks noGrp="1"/>
          </p:cNvSpPr>
          <p:nvPr>
            <p:ph type="title"/>
          </p:nvPr>
        </p:nvSpPr>
        <p:spPr>
          <a:xfrm>
            <a:off x="499425" y="464050"/>
            <a:ext cx="7794600" cy="5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La propiedad </a:t>
            </a:r>
            <a:r>
              <a:rPr lang="ru" sz="34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transform</a:t>
            </a:r>
            <a:endParaRPr sz="34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499425" y="1232600"/>
            <a:ext cx="3166200" cy="1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2117360" y="3569798"/>
            <a:ext cx="1790100" cy="1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499425" y="1212375"/>
            <a:ext cx="4841100" cy="6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" sz="13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En CSS, la propiedad transform nos permite </a:t>
            </a:r>
            <a:r>
              <a:rPr lang="ru" sz="1300" dirty="0">
                <a:solidFill>
                  <a:schemeClr val="accent6"/>
                </a:solidFill>
                <a:latin typeface="Manrope"/>
                <a:ea typeface="Manrope"/>
                <a:cs typeface="Manrope"/>
                <a:sym typeface="Manrope"/>
              </a:rPr>
              <a:t>rotar</a:t>
            </a:r>
            <a:r>
              <a:rPr lang="ru" sz="13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, </a:t>
            </a:r>
            <a:r>
              <a:rPr lang="ru" sz="1300" dirty="0">
                <a:solidFill>
                  <a:schemeClr val="accent6"/>
                </a:solidFill>
                <a:latin typeface="Manrope"/>
                <a:ea typeface="Manrope"/>
                <a:cs typeface="Manrope"/>
                <a:sym typeface="Manrope"/>
              </a:rPr>
              <a:t>escalar </a:t>
            </a:r>
            <a:r>
              <a:rPr lang="ru" sz="13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y </a:t>
            </a:r>
            <a:r>
              <a:rPr lang="ru" sz="1300" dirty="0">
                <a:solidFill>
                  <a:schemeClr val="accent6"/>
                </a:solidFill>
                <a:latin typeface="Manrope"/>
                <a:ea typeface="Manrope"/>
                <a:cs typeface="Manrope"/>
                <a:sym typeface="Manrope"/>
              </a:rPr>
              <a:t>reubicar </a:t>
            </a:r>
            <a:r>
              <a:rPr lang="ru" sz="13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un elemento. Básicamente, te permite modificar el espacio de coordenadas a través de CSS.</a:t>
            </a:r>
            <a:endParaRPr sz="13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42" name="Google Shape;14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6350" y="2571750"/>
            <a:ext cx="5537650" cy="224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"/>
          <p:cNvSpPr txBox="1"/>
          <p:nvPr/>
        </p:nvSpPr>
        <p:spPr>
          <a:xfrm>
            <a:off x="499425" y="2037500"/>
            <a:ext cx="3550500" cy="18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" sz="13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Para qué lo necesitamos:</a:t>
            </a:r>
            <a:endParaRPr sz="13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" sz="13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1. ¡Las transformaciones nos permiten crear mini-animaciones con las que podemos embellecer nuestros sitios web!</a:t>
            </a:r>
            <a:endParaRPr sz="13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" sz="13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2. ¡Por lo tanto, las transformaciones también permiten que nuestros sitios web parezcan más interactivos!</a:t>
            </a:r>
            <a:endParaRPr sz="1300" b="0" i="0" u="none" strike="noStrike" cap="none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72727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 txBox="1">
            <a:spLocks noGrp="1"/>
          </p:cNvSpPr>
          <p:nvPr>
            <p:ph type="title"/>
          </p:nvPr>
        </p:nvSpPr>
        <p:spPr>
          <a:xfrm>
            <a:off x="499425" y="464050"/>
            <a:ext cx="7794600" cy="5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Transform: translate();</a:t>
            </a:r>
            <a:endParaRPr sz="34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499425" y="1232600"/>
            <a:ext cx="3166200" cy="1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2117360" y="3569798"/>
            <a:ext cx="1790100" cy="1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530225" y="1155125"/>
            <a:ext cx="4841100" cy="2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530225" y="1278300"/>
            <a:ext cx="51624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Transform: translate()  - le permite </a:t>
            </a:r>
            <a:r>
              <a:rPr lang="ru" sz="1300">
                <a:solidFill>
                  <a:schemeClr val="accent6"/>
                </a:solidFill>
                <a:latin typeface="Manrope"/>
                <a:ea typeface="Manrope"/>
                <a:cs typeface="Manrope"/>
                <a:sym typeface="Manrope"/>
              </a:rPr>
              <a:t>reubicar </a:t>
            </a:r>
            <a:r>
              <a:rPr lang="ru" sz="13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un elemento por coordenadas </a:t>
            </a:r>
            <a:r>
              <a:rPr lang="ru" sz="1300">
                <a:solidFill>
                  <a:schemeClr val="accent6"/>
                </a:solidFill>
                <a:latin typeface="Manrope"/>
                <a:ea typeface="Manrope"/>
                <a:cs typeface="Manrope"/>
                <a:sym typeface="Manrope"/>
              </a:rPr>
              <a:t>x</a:t>
            </a:r>
            <a:r>
              <a:rPr lang="ru" sz="13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 e </a:t>
            </a:r>
            <a:r>
              <a:rPr lang="ru" sz="1300">
                <a:solidFill>
                  <a:schemeClr val="accent6"/>
                </a:solidFill>
                <a:latin typeface="Manrope"/>
                <a:ea typeface="Manrope"/>
                <a:cs typeface="Manrope"/>
                <a:sym typeface="Manrope"/>
              </a:rPr>
              <a:t>y</a:t>
            </a:r>
            <a:r>
              <a:rPr lang="ru" sz="13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 especificadas</a:t>
            </a:r>
            <a:endParaRPr sz="13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300" b="0" i="0" u="none" strike="noStrike" cap="none">
              <a:solidFill>
                <a:schemeClr val="accent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Eso es interesante... Pero, ¿cómo podemos usar esto?</a:t>
            </a:r>
            <a:endParaRPr sz="13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53" name="Google Shape;153;p4"/>
          <p:cNvGrpSpPr/>
          <p:nvPr/>
        </p:nvGrpSpPr>
        <p:grpSpPr>
          <a:xfrm>
            <a:off x="214955" y="3665392"/>
            <a:ext cx="1531403" cy="1478105"/>
            <a:chOff x="980915" y="5950713"/>
            <a:chExt cx="2656840" cy="2672884"/>
          </a:xfrm>
        </p:grpSpPr>
        <p:sp>
          <p:nvSpPr>
            <p:cNvPr id="154" name="Google Shape;154;p4"/>
            <p:cNvSpPr/>
            <p:nvPr/>
          </p:nvSpPr>
          <p:spPr>
            <a:xfrm>
              <a:off x="980915" y="5950713"/>
              <a:ext cx="2656840" cy="2656840"/>
            </a:xfrm>
            <a:custGeom>
              <a:avLst/>
              <a:gdLst/>
              <a:ahLst/>
              <a:cxnLst/>
              <a:rect l="l" t="t" r="r" b="b"/>
              <a:pathLst>
                <a:path w="2656840" h="2656840" extrusionOk="0">
                  <a:moveTo>
                    <a:pt x="1328397" y="2656794"/>
                  </a:moveTo>
                  <a:lnTo>
                    <a:pt x="1279697" y="2655918"/>
                  </a:lnTo>
                  <a:lnTo>
                    <a:pt x="1231440" y="2653310"/>
                  </a:lnTo>
                  <a:lnTo>
                    <a:pt x="1183653" y="2649000"/>
                  </a:lnTo>
                  <a:lnTo>
                    <a:pt x="1136369" y="2643017"/>
                  </a:lnTo>
                  <a:lnTo>
                    <a:pt x="1089616" y="2635393"/>
                  </a:lnTo>
                  <a:lnTo>
                    <a:pt x="1043424" y="2626156"/>
                  </a:lnTo>
                  <a:lnTo>
                    <a:pt x="997825" y="2615337"/>
                  </a:lnTo>
                  <a:lnTo>
                    <a:pt x="952847" y="2602966"/>
                  </a:lnTo>
                  <a:lnTo>
                    <a:pt x="908521" y="2589074"/>
                  </a:lnTo>
                  <a:lnTo>
                    <a:pt x="864876" y="2573689"/>
                  </a:lnTo>
                  <a:lnTo>
                    <a:pt x="821943" y="2556842"/>
                  </a:lnTo>
                  <a:lnTo>
                    <a:pt x="779752" y="2538563"/>
                  </a:lnTo>
                  <a:lnTo>
                    <a:pt x="738333" y="2518882"/>
                  </a:lnTo>
                  <a:lnTo>
                    <a:pt x="697715" y="2497829"/>
                  </a:lnTo>
                  <a:lnTo>
                    <a:pt x="657929" y="2475433"/>
                  </a:lnTo>
                  <a:lnTo>
                    <a:pt x="619005" y="2451726"/>
                  </a:lnTo>
                  <a:lnTo>
                    <a:pt x="580973" y="2426737"/>
                  </a:lnTo>
                  <a:lnTo>
                    <a:pt x="543863" y="2400496"/>
                  </a:lnTo>
                  <a:lnTo>
                    <a:pt x="507704" y="2373033"/>
                  </a:lnTo>
                  <a:lnTo>
                    <a:pt x="472527" y="2344378"/>
                  </a:lnTo>
                  <a:lnTo>
                    <a:pt x="438363" y="2314561"/>
                  </a:lnTo>
                  <a:lnTo>
                    <a:pt x="405240" y="2283613"/>
                  </a:lnTo>
                  <a:lnTo>
                    <a:pt x="373188" y="2251562"/>
                  </a:lnTo>
                  <a:lnTo>
                    <a:pt x="342239" y="2218439"/>
                  </a:lnTo>
                  <a:lnTo>
                    <a:pt x="312422" y="2184275"/>
                  </a:lnTo>
                  <a:lnTo>
                    <a:pt x="283767" y="2149098"/>
                  </a:lnTo>
                  <a:lnTo>
                    <a:pt x="256303" y="2112940"/>
                  </a:lnTo>
                  <a:lnTo>
                    <a:pt x="230062" y="2075829"/>
                  </a:lnTo>
                  <a:lnTo>
                    <a:pt x="205072" y="2037797"/>
                  </a:lnTo>
                  <a:lnTo>
                    <a:pt x="181365" y="1998873"/>
                  </a:lnTo>
                  <a:lnTo>
                    <a:pt x="158969" y="1959087"/>
                  </a:lnTo>
                  <a:lnTo>
                    <a:pt x="137916" y="1918470"/>
                  </a:lnTo>
                  <a:lnTo>
                    <a:pt x="118234" y="1877050"/>
                  </a:lnTo>
                  <a:lnTo>
                    <a:pt x="99955" y="1834859"/>
                  </a:lnTo>
                  <a:lnTo>
                    <a:pt x="83107" y="1791926"/>
                  </a:lnTo>
                  <a:lnTo>
                    <a:pt x="67722" y="1748281"/>
                  </a:lnTo>
                  <a:lnTo>
                    <a:pt x="53829" y="1703954"/>
                  </a:lnTo>
                  <a:lnTo>
                    <a:pt x="41458" y="1658976"/>
                  </a:lnTo>
                  <a:lnTo>
                    <a:pt x="30639" y="1613375"/>
                  </a:lnTo>
                  <a:lnTo>
                    <a:pt x="21402" y="1567183"/>
                  </a:lnTo>
                  <a:lnTo>
                    <a:pt x="13777" y="1520429"/>
                  </a:lnTo>
                  <a:lnTo>
                    <a:pt x="7794" y="1473144"/>
                  </a:lnTo>
                  <a:lnTo>
                    <a:pt x="3484" y="1425357"/>
                  </a:lnTo>
                  <a:lnTo>
                    <a:pt x="876" y="1377098"/>
                  </a:lnTo>
                  <a:lnTo>
                    <a:pt x="0" y="1328397"/>
                  </a:lnTo>
                  <a:lnTo>
                    <a:pt x="876" y="1279698"/>
                  </a:lnTo>
                  <a:lnTo>
                    <a:pt x="3484" y="1231440"/>
                  </a:lnTo>
                  <a:lnTo>
                    <a:pt x="7794" y="1183654"/>
                  </a:lnTo>
                  <a:lnTo>
                    <a:pt x="13777" y="1136370"/>
                  </a:lnTo>
                  <a:lnTo>
                    <a:pt x="21402" y="1089617"/>
                  </a:lnTo>
                  <a:lnTo>
                    <a:pt x="30639" y="1043426"/>
                  </a:lnTo>
                  <a:lnTo>
                    <a:pt x="41458" y="997826"/>
                  </a:lnTo>
                  <a:lnTo>
                    <a:pt x="53829" y="952849"/>
                  </a:lnTo>
                  <a:lnTo>
                    <a:pt x="67722" y="908522"/>
                  </a:lnTo>
                  <a:lnTo>
                    <a:pt x="83107" y="864878"/>
                  </a:lnTo>
                  <a:lnTo>
                    <a:pt x="99955" y="821945"/>
                  </a:lnTo>
                  <a:lnTo>
                    <a:pt x="118234" y="779754"/>
                  </a:lnTo>
                  <a:lnTo>
                    <a:pt x="137916" y="738335"/>
                  </a:lnTo>
                  <a:lnTo>
                    <a:pt x="158969" y="697717"/>
                  </a:lnTo>
                  <a:lnTo>
                    <a:pt x="181365" y="657932"/>
                  </a:lnTo>
                  <a:lnTo>
                    <a:pt x="205072" y="619007"/>
                  </a:lnTo>
                  <a:lnTo>
                    <a:pt x="230062" y="580975"/>
                  </a:lnTo>
                  <a:lnTo>
                    <a:pt x="256303" y="543865"/>
                  </a:lnTo>
                  <a:lnTo>
                    <a:pt x="283767" y="507706"/>
                  </a:lnTo>
                  <a:lnTo>
                    <a:pt x="312422" y="472529"/>
                  </a:lnTo>
                  <a:lnTo>
                    <a:pt x="342239" y="438364"/>
                  </a:lnTo>
                  <a:lnTo>
                    <a:pt x="373188" y="405241"/>
                  </a:lnTo>
                  <a:lnTo>
                    <a:pt x="405240" y="373190"/>
                  </a:lnTo>
                  <a:lnTo>
                    <a:pt x="438363" y="342241"/>
                  </a:lnTo>
                  <a:lnTo>
                    <a:pt x="472527" y="312424"/>
                  </a:lnTo>
                  <a:lnTo>
                    <a:pt x="507704" y="283768"/>
                  </a:lnTo>
                  <a:lnTo>
                    <a:pt x="543863" y="256305"/>
                  </a:lnTo>
                  <a:lnTo>
                    <a:pt x="580973" y="230063"/>
                  </a:lnTo>
                  <a:lnTo>
                    <a:pt x="619005" y="205073"/>
                  </a:lnTo>
                  <a:lnTo>
                    <a:pt x="657929" y="181366"/>
                  </a:lnTo>
                  <a:lnTo>
                    <a:pt x="697715" y="158970"/>
                  </a:lnTo>
                  <a:lnTo>
                    <a:pt x="738333" y="137917"/>
                  </a:lnTo>
                  <a:lnTo>
                    <a:pt x="779752" y="118235"/>
                  </a:lnTo>
                  <a:lnTo>
                    <a:pt x="821943" y="99955"/>
                  </a:lnTo>
                  <a:lnTo>
                    <a:pt x="864876" y="83108"/>
                  </a:lnTo>
                  <a:lnTo>
                    <a:pt x="908521" y="67723"/>
                  </a:lnTo>
                  <a:lnTo>
                    <a:pt x="952847" y="53829"/>
                  </a:lnTo>
                  <a:lnTo>
                    <a:pt x="997825" y="41458"/>
                  </a:lnTo>
                  <a:lnTo>
                    <a:pt x="1043424" y="30639"/>
                  </a:lnTo>
                  <a:lnTo>
                    <a:pt x="1089616" y="21402"/>
                  </a:lnTo>
                  <a:lnTo>
                    <a:pt x="1136369" y="13777"/>
                  </a:lnTo>
                  <a:lnTo>
                    <a:pt x="1183653" y="7794"/>
                  </a:lnTo>
                  <a:lnTo>
                    <a:pt x="1231440" y="3484"/>
                  </a:lnTo>
                  <a:lnTo>
                    <a:pt x="1279697" y="876"/>
                  </a:lnTo>
                  <a:lnTo>
                    <a:pt x="1328397" y="0"/>
                  </a:lnTo>
                  <a:lnTo>
                    <a:pt x="1378620" y="948"/>
                  </a:lnTo>
                  <a:lnTo>
                    <a:pt x="1428600" y="3782"/>
                  </a:lnTo>
                  <a:lnTo>
                    <a:pt x="1478287" y="8480"/>
                  </a:lnTo>
                  <a:lnTo>
                    <a:pt x="1527633" y="15022"/>
                  </a:lnTo>
                  <a:lnTo>
                    <a:pt x="1576591" y="23389"/>
                  </a:lnTo>
                  <a:lnTo>
                    <a:pt x="1625111" y="33560"/>
                  </a:lnTo>
                  <a:lnTo>
                    <a:pt x="1673147" y="45516"/>
                  </a:lnTo>
                  <a:lnTo>
                    <a:pt x="1720649" y="59237"/>
                  </a:lnTo>
                  <a:lnTo>
                    <a:pt x="1767570" y="74702"/>
                  </a:lnTo>
                  <a:lnTo>
                    <a:pt x="1813861" y="91892"/>
                  </a:lnTo>
                  <a:lnTo>
                    <a:pt x="1859474" y="110787"/>
                  </a:lnTo>
                  <a:lnTo>
                    <a:pt x="1904362" y="131366"/>
                  </a:lnTo>
                  <a:lnTo>
                    <a:pt x="1948475" y="153610"/>
                  </a:lnTo>
                  <a:lnTo>
                    <a:pt x="1991766" y="177499"/>
                  </a:lnTo>
                  <a:lnTo>
                    <a:pt x="2034186" y="203013"/>
                  </a:lnTo>
                  <a:lnTo>
                    <a:pt x="2075687" y="230132"/>
                  </a:lnTo>
                  <a:lnTo>
                    <a:pt x="2116222" y="258835"/>
                  </a:lnTo>
                  <a:lnTo>
                    <a:pt x="2155741" y="289104"/>
                  </a:lnTo>
                  <a:lnTo>
                    <a:pt x="2194198" y="320917"/>
                  </a:lnTo>
                  <a:lnTo>
                    <a:pt x="2231542" y="354255"/>
                  </a:lnTo>
                  <a:lnTo>
                    <a:pt x="2267727" y="389099"/>
                  </a:lnTo>
                  <a:lnTo>
                    <a:pt x="2302567" y="425284"/>
                  </a:lnTo>
                  <a:lnTo>
                    <a:pt x="2335903" y="462628"/>
                  </a:lnTo>
                  <a:lnTo>
                    <a:pt x="2367713" y="501083"/>
                  </a:lnTo>
                  <a:lnTo>
                    <a:pt x="2397979" y="540602"/>
                  </a:lnTo>
                  <a:lnTo>
                    <a:pt x="2426681" y="581135"/>
                  </a:lnTo>
                  <a:lnTo>
                    <a:pt x="2453797" y="622635"/>
                  </a:lnTo>
                  <a:lnTo>
                    <a:pt x="2479309" y="665054"/>
                  </a:lnTo>
                  <a:lnTo>
                    <a:pt x="2503197" y="708343"/>
                  </a:lnTo>
                  <a:lnTo>
                    <a:pt x="2525440" y="752454"/>
                  </a:lnTo>
                  <a:lnTo>
                    <a:pt x="2546018" y="797339"/>
                  </a:lnTo>
                  <a:lnTo>
                    <a:pt x="2564912" y="842951"/>
                  </a:lnTo>
                  <a:lnTo>
                    <a:pt x="2582101" y="889240"/>
                  </a:lnTo>
                  <a:lnTo>
                    <a:pt x="2597566" y="936158"/>
                  </a:lnTo>
                  <a:lnTo>
                    <a:pt x="2611286" y="983659"/>
                  </a:lnTo>
                  <a:lnTo>
                    <a:pt x="2623242" y="1031692"/>
                  </a:lnTo>
                  <a:lnTo>
                    <a:pt x="2633413" y="1080211"/>
                  </a:lnTo>
                  <a:lnTo>
                    <a:pt x="2641780" y="1129167"/>
                  </a:lnTo>
                  <a:lnTo>
                    <a:pt x="2648322" y="1178511"/>
                  </a:lnTo>
                  <a:lnTo>
                    <a:pt x="2653020" y="1228197"/>
                  </a:lnTo>
                  <a:lnTo>
                    <a:pt x="2655853" y="1278175"/>
                  </a:lnTo>
                  <a:lnTo>
                    <a:pt x="2656802" y="1328397"/>
                  </a:lnTo>
                  <a:lnTo>
                    <a:pt x="2655926" y="1377098"/>
                  </a:lnTo>
                  <a:lnTo>
                    <a:pt x="2653317" y="1425357"/>
                  </a:lnTo>
                  <a:lnTo>
                    <a:pt x="2649007" y="1473144"/>
                  </a:lnTo>
                  <a:lnTo>
                    <a:pt x="2643024" y="1520429"/>
                  </a:lnTo>
                  <a:lnTo>
                    <a:pt x="2635399" y="1567183"/>
                  </a:lnTo>
                  <a:lnTo>
                    <a:pt x="2626162" y="1613375"/>
                  </a:lnTo>
                  <a:lnTo>
                    <a:pt x="2615343" y="1658976"/>
                  </a:lnTo>
                  <a:lnTo>
                    <a:pt x="2602972" y="1703954"/>
                  </a:lnTo>
                  <a:lnTo>
                    <a:pt x="2589079" y="1748281"/>
                  </a:lnTo>
                  <a:lnTo>
                    <a:pt x="2573693" y="1791926"/>
                  </a:lnTo>
                  <a:lnTo>
                    <a:pt x="2556846" y="1834859"/>
                  </a:lnTo>
                  <a:lnTo>
                    <a:pt x="2538566" y="1877050"/>
                  </a:lnTo>
                  <a:lnTo>
                    <a:pt x="2518884" y="1918470"/>
                  </a:lnTo>
                  <a:lnTo>
                    <a:pt x="2497831" y="1959087"/>
                  </a:lnTo>
                  <a:lnTo>
                    <a:pt x="2475435" y="1998873"/>
                  </a:lnTo>
                  <a:lnTo>
                    <a:pt x="2451727" y="2037797"/>
                  </a:lnTo>
                  <a:lnTo>
                    <a:pt x="2426738" y="2075829"/>
                  </a:lnTo>
                  <a:lnTo>
                    <a:pt x="2400496" y="2112940"/>
                  </a:lnTo>
                  <a:lnTo>
                    <a:pt x="2373033" y="2149098"/>
                  </a:lnTo>
                  <a:lnTo>
                    <a:pt x="2344377" y="2184275"/>
                  </a:lnTo>
                  <a:lnTo>
                    <a:pt x="2314560" y="2218439"/>
                  </a:lnTo>
                  <a:lnTo>
                    <a:pt x="2283610" y="2251562"/>
                  </a:lnTo>
                  <a:lnTo>
                    <a:pt x="2251559" y="2283613"/>
                  </a:lnTo>
                  <a:lnTo>
                    <a:pt x="2218436" y="2314561"/>
                  </a:lnTo>
                  <a:lnTo>
                    <a:pt x="2184271" y="2344378"/>
                  </a:lnTo>
                  <a:lnTo>
                    <a:pt x="2149094" y="2373033"/>
                  </a:lnTo>
                  <a:lnTo>
                    <a:pt x="2112935" y="2400496"/>
                  </a:lnTo>
                  <a:lnTo>
                    <a:pt x="2075824" y="2426737"/>
                  </a:lnTo>
                  <a:lnTo>
                    <a:pt x="2037792" y="2451726"/>
                  </a:lnTo>
                  <a:lnTo>
                    <a:pt x="1998867" y="2475433"/>
                  </a:lnTo>
                  <a:lnTo>
                    <a:pt x="1959081" y="2497829"/>
                  </a:lnTo>
                  <a:lnTo>
                    <a:pt x="1918464" y="2518882"/>
                  </a:lnTo>
                  <a:lnTo>
                    <a:pt x="1877044" y="2538563"/>
                  </a:lnTo>
                  <a:lnTo>
                    <a:pt x="1834853" y="2556842"/>
                  </a:lnTo>
                  <a:lnTo>
                    <a:pt x="1791920" y="2573689"/>
                  </a:lnTo>
                  <a:lnTo>
                    <a:pt x="1748275" y="2589074"/>
                  </a:lnTo>
                  <a:lnTo>
                    <a:pt x="1703948" y="2602966"/>
                  </a:lnTo>
                  <a:lnTo>
                    <a:pt x="1658970" y="2615337"/>
                  </a:lnTo>
                  <a:lnTo>
                    <a:pt x="1613370" y="2626156"/>
                  </a:lnTo>
                  <a:lnTo>
                    <a:pt x="1567179" y="2635393"/>
                  </a:lnTo>
                  <a:lnTo>
                    <a:pt x="1520426" y="2643017"/>
                  </a:lnTo>
                  <a:lnTo>
                    <a:pt x="1473141" y="2649000"/>
                  </a:lnTo>
                  <a:lnTo>
                    <a:pt x="1425354" y="2653310"/>
                  </a:lnTo>
                  <a:lnTo>
                    <a:pt x="1377096" y="2655918"/>
                  </a:lnTo>
                  <a:lnTo>
                    <a:pt x="1328397" y="2656794"/>
                  </a:lnTo>
                  <a:close/>
                </a:path>
              </a:pathLst>
            </a:custGeom>
            <a:solidFill>
              <a:srgbClr val="3F2A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4"/>
            <p:cNvSpPr/>
            <p:nvPr/>
          </p:nvSpPr>
          <p:spPr>
            <a:xfrm>
              <a:off x="1268809" y="6223597"/>
              <a:ext cx="2048100" cy="2400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6" name="Google Shape;156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01000" y="2369450"/>
            <a:ext cx="6243000" cy="206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72727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 txBox="1">
            <a:spLocks noGrp="1"/>
          </p:cNvSpPr>
          <p:nvPr>
            <p:ph type="title"/>
          </p:nvPr>
        </p:nvSpPr>
        <p:spPr>
          <a:xfrm>
            <a:off x="499425" y="464050"/>
            <a:ext cx="7794600" cy="5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Transform: translate();</a:t>
            </a:r>
            <a:endParaRPr sz="34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499425" y="1232600"/>
            <a:ext cx="3166200" cy="1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499425" y="1155125"/>
            <a:ext cx="48411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651825" y="1917125"/>
            <a:ext cx="4841100" cy="2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5" name="Google Shape;165;p5"/>
          <p:cNvSpPr/>
          <p:nvPr/>
        </p:nvSpPr>
        <p:spPr>
          <a:xfrm flipH="1">
            <a:off x="3398550" y="1283750"/>
            <a:ext cx="2436900" cy="1341000"/>
          </a:xfrm>
          <a:prstGeom prst="wedgeRectCallout">
            <a:avLst>
              <a:gd name="adj1" fmla="val -51526"/>
              <a:gd name="adj2" fmla="val 82269"/>
            </a:avLst>
          </a:prstGeom>
          <a:solidFill>
            <a:srgbClr val="27272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Déjame mostrarte algunas formas de aplicar esto;)</a:t>
            </a: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66" name="Google Shape;16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39800" y="1769700"/>
            <a:ext cx="3048750" cy="304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72727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 txBox="1"/>
          <p:nvPr/>
        </p:nvSpPr>
        <p:spPr>
          <a:xfrm>
            <a:off x="499425" y="1232600"/>
            <a:ext cx="3166200" cy="1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499425" y="1155125"/>
            <a:ext cx="48411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499425" y="1155125"/>
            <a:ext cx="5242800" cy="16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3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La función </a:t>
            </a:r>
            <a:r>
              <a:rPr lang="ru" sz="1300" dirty="0">
                <a:solidFill>
                  <a:schemeClr val="accent6"/>
                </a:solidFill>
                <a:latin typeface="Manrope"/>
                <a:ea typeface="Manrope"/>
                <a:cs typeface="Manrope"/>
                <a:sym typeface="Manrope"/>
              </a:rPr>
              <a:t>transform: scale()</a:t>
            </a:r>
            <a:r>
              <a:rPr lang="ru" sz="13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lang="ru" sz="1300" dirty="0">
                <a:solidFill>
                  <a:schemeClr val="accent6"/>
                </a:solidFill>
                <a:latin typeface="Manrope"/>
                <a:ea typeface="Manrope"/>
                <a:cs typeface="Manrope"/>
                <a:sym typeface="Manrope"/>
              </a:rPr>
              <a:t>cambia el tamaño de un elemento</a:t>
            </a:r>
            <a:r>
              <a:rPr lang="ru" sz="13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. Acepta 2 argumentos. El primero es el </a:t>
            </a:r>
            <a:r>
              <a:rPr lang="ru" sz="1300" dirty="0">
                <a:solidFill>
                  <a:schemeClr val="accent6"/>
                </a:solidFill>
                <a:latin typeface="Manrope"/>
                <a:ea typeface="Manrope"/>
                <a:cs typeface="Manrope"/>
                <a:sym typeface="Manrope"/>
              </a:rPr>
              <a:t>factor de escala del eje </a:t>
            </a:r>
            <a:r>
              <a:rPr lang="es-ES" sz="1300" dirty="0">
                <a:solidFill>
                  <a:schemeClr val="accent6"/>
                </a:solidFill>
                <a:latin typeface="Manrope"/>
                <a:ea typeface="Manrope"/>
                <a:cs typeface="Manrope"/>
                <a:sym typeface="Manrope"/>
              </a:rPr>
              <a:t>X</a:t>
            </a:r>
            <a:r>
              <a:rPr lang="ru" sz="13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 y el segundo es el </a:t>
            </a:r>
            <a:r>
              <a:rPr lang="ru" sz="1300" dirty="0">
                <a:solidFill>
                  <a:schemeClr val="accent6"/>
                </a:solidFill>
                <a:latin typeface="Manrope"/>
                <a:ea typeface="Manrope"/>
                <a:cs typeface="Manrope"/>
                <a:sym typeface="Manrope"/>
              </a:rPr>
              <a:t>factor de escala del eje Y</a:t>
            </a:r>
            <a:r>
              <a:rPr lang="ru" sz="13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. Estos argumentos representan la escala relativa a la imagen original. Por ejemplo, el parámetro de </a:t>
            </a:r>
            <a:r>
              <a:rPr lang="ru" sz="1300" dirty="0">
                <a:solidFill>
                  <a:schemeClr val="accent6"/>
                </a:solidFill>
                <a:latin typeface="Manrope"/>
                <a:ea typeface="Manrope"/>
                <a:cs typeface="Manrope"/>
                <a:sym typeface="Manrope"/>
              </a:rPr>
              <a:t>0,5 reduce la imagen en un 50%</a:t>
            </a:r>
            <a:r>
              <a:rPr lang="ru" sz="13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. Si </a:t>
            </a:r>
            <a:r>
              <a:rPr lang="ru" sz="1300" dirty="0">
                <a:solidFill>
                  <a:schemeClr val="accent6"/>
                </a:solidFill>
                <a:latin typeface="Manrope"/>
                <a:ea typeface="Manrope"/>
                <a:cs typeface="Manrope"/>
                <a:sym typeface="Manrope"/>
              </a:rPr>
              <a:t>falta </a:t>
            </a:r>
            <a:r>
              <a:rPr lang="ru" sz="13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el segundo argumento, se supone que </a:t>
            </a:r>
            <a:r>
              <a:rPr lang="ru" sz="1300" dirty="0">
                <a:solidFill>
                  <a:schemeClr val="accent6"/>
                </a:solidFill>
                <a:latin typeface="Manrope"/>
                <a:ea typeface="Manrope"/>
                <a:cs typeface="Manrope"/>
                <a:sym typeface="Manrope"/>
              </a:rPr>
              <a:t>es igual al primero</a:t>
            </a:r>
            <a:r>
              <a:rPr lang="ru" sz="13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sz="13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3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Ahora… ¿Cómo podríamos usar esto?</a:t>
            </a:r>
            <a:endParaRPr sz="1300" b="0" i="0" u="none" strike="noStrike" cap="none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4" name="Google Shape;174;p6"/>
          <p:cNvSpPr txBox="1">
            <a:spLocks noGrp="1"/>
          </p:cNvSpPr>
          <p:nvPr>
            <p:ph type="title"/>
          </p:nvPr>
        </p:nvSpPr>
        <p:spPr>
          <a:xfrm>
            <a:off x="499425" y="464050"/>
            <a:ext cx="7794600" cy="5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Transform: scale();</a:t>
            </a:r>
            <a:endParaRPr sz="34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75" name="Google Shape;175;p6"/>
          <p:cNvGrpSpPr/>
          <p:nvPr/>
        </p:nvGrpSpPr>
        <p:grpSpPr>
          <a:xfrm>
            <a:off x="214955" y="3665392"/>
            <a:ext cx="1531403" cy="1478105"/>
            <a:chOff x="980915" y="5950713"/>
            <a:chExt cx="2656840" cy="2672884"/>
          </a:xfrm>
        </p:grpSpPr>
        <p:sp>
          <p:nvSpPr>
            <p:cNvPr id="176" name="Google Shape;176;p6"/>
            <p:cNvSpPr/>
            <p:nvPr/>
          </p:nvSpPr>
          <p:spPr>
            <a:xfrm>
              <a:off x="980915" y="5950713"/>
              <a:ext cx="2656840" cy="2656840"/>
            </a:xfrm>
            <a:custGeom>
              <a:avLst/>
              <a:gdLst/>
              <a:ahLst/>
              <a:cxnLst/>
              <a:rect l="l" t="t" r="r" b="b"/>
              <a:pathLst>
                <a:path w="2656840" h="2656840" extrusionOk="0">
                  <a:moveTo>
                    <a:pt x="1328397" y="2656794"/>
                  </a:moveTo>
                  <a:lnTo>
                    <a:pt x="1279697" y="2655918"/>
                  </a:lnTo>
                  <a:lnTo>
                    <a:pt x="1231440" y="2653310"/>
                  </a:lnTo>
                  <a:lnTo>
                    <a:pt x="1183653" y="2649000"/>
                  </a:lnTo>
                  <a:lnTo>
                    <a:pt x="1136369" y="2643017"/>
                  </a:lnTo>
                  <a:lnTo>
                    <a:pt x="1089616" y="2635393"/>
                  </a:lnTo>
                  <a:lnTo>
                    <a:pt x="1043424" y="2626156"/>
                  </a:lnTo>
                  <a:lnTo>
                    <a:pt x="997825" y="2615337"/>
                  </a:lnTo>
                  <a:lnTo>
                    <a:pt x="952847" y="2602966"/>
                  </a:lnTo>
                  <a:lnTo>
                    <a:pt x="908521" y="2589074"/>
                  </a:lnTo>
                  <a:lnTo>
                    <a:pt x="864876" y="2573689"/>
                  </a:lnTo>
                  <a:lnTo>
                    <a:pt x="821943" y="2556842"/>
                  </a:lnTo>
                  <a:lnTo>
                    <a:pt x="779752" y="2538563"/>
                  </a:lnTo>
                  <a:lnTo>
                    <a:pt x="738333" y="2518882"/>
                  </a:lnTo>
                  <a:lnTo>
                    <a:pt x="697715" y="2497829"/>
                  </a:lnTo>
                  <a:lnTo>
                    <a:pt x="657929" y="2475433"/>
                  </a:lnTo>
                  <a:lnTo>
                    <a:pt x="619005" y="2451726"/>
                  </a:lnTo>
                  <a:lnTo>
                    <a:pt x="580973" y="2426737"/>
                  </a:lnTo>
                  <a:lnTo>
                    <a:pt x="543863" y="2400496"/>
                  </a:lnTo>
                  <a:lnTo>
                    <a:pt x="507704" y="2373033"/>
                  </a:lnTo>
                  <a:lnTo>
                    <a:pt x="472527" y="2344378"/>
                  </a:lnTo>
                  <a:lnTo>
                    <a:pt x="438363" y="2314561"/>
                  </a:lnTo>
                  <a:lnTo>
                    <a:pt x="405240" y="2283613"/>
                  </a:lnTo>
                  <a:lnTo>
                    <a:pt x="373188" y="2251562"/>
                  </a:lnTo>
                  <a:lnTo>
                    <a:pt x="342239" y="2218439"/>
                  </a:lnTo>
                  <a:lnTo>
                    <a:pt x="312422" y="2184275"/>
                  </a:lnTo>
                  <a:lnTo>
                    <a:pt x="283767" y="2149098"/>
                  </a:lnTo>
                  <a:lnTo>
                    <a:pt x="256303" y="2112940"/>
                  </a:lnTo>
                  <a:lnTo>
                    <a:pt x="230062" y="2075829"/>
                  </a:lnTo>
                  <a:lnTo>
                    <a:pt x="205072" y="2037797"/>
                  </a:lnTo>
                  <a:lnTo>
                    <a:pt x="181365" y="1998873"/>
                  </a:lnTo>
                  <a:lnTo>
                    <a:pt x="158969" y="1959087"/>
                  </a:lnTo>
                  <a:lnTo>
                    <a:pt x="137916" y="1918470"/>
                  </a:lnTo>
                  <a:lnTo>
                    <a:pt x="118234" y="1877050"/>
                  </a:lnTo>
                  <a:lnTo>
                    <a:pt x="99955" y="1834859"/>
                  </a:lnTo>
                  <a:lnTo>
                    <a:pt x="83107" y="1791926"/>
                  </a:lnTo>
                  <a:lnTo>
                    <a:pt x="67722" y="1748281"/>
                  </a:lnTo>
                  <a:lnTo>
                    <a:pt x="53829" y="1703954"/>
                  </a:lnTo>
                  <a:lnTo>
                    <a:pt x="41458" y="1658976"/>
                  </a:lnTo>
                  <a:lnTo>
                    <a:pt x="30639" y="1613375"/>
                  </a:lnTo>
                  <a:lnTo>
                    <a:pt x="21402" y="1567183"/>
                  </a:lnTo>
                  <a:lnTo>
                    <a:pt x="13777" y="1520429"/>
                  </a:lnTo>
                  <a:lnTo>
                    <a:pt x="7794" y="1473144"/>
                  </a:lnTo>
                  <a:lnTo>
                    <a:pt x="3484" y="1425357"/>
                  </a:lnTo>
                  <a:lnTo>
                    <a:pt x="876" y="1377098"/>
                  </a:lnTo>
                  <a:lnTo>
                    <a:pt x="0" y="1328397"/>
                  </a:lnTo>
                  <a:lnTo>
                    <a:pt x="876" y="1279698"/>
                  </a:lnTo>
                  <a:lnTo>
                    <a:pt x="3484" y="1231440"/>
                  </a:lnTo>
                  <a:lnTo>
                    <a:pt x="7794" y="1183654"/>
                  </a:lnTo>
                  <a:lnTo>
                    <a:pt x="13777" y="1136370"/>
                  </a:lnTo>
                  <a:lnTo>
                    <a:pt x="21402" y="1089617"/>
                  </a:lnTo>
                  <a:lnTo>
                    <a:pt x="30639" y="1043426"/>
                  </a:lnTo>
                  <a:lnTo>
                    <a:pt x="41458" y="997826"/>
                  </a:lnTo>
                  <a:lnTo>
                    <a:pt x="53829" y="952849"/>
                  </a:lnTo>
                  <a:lnTo>
                    <a:pt x="67722" y="908522"/>
                  </a:lnTo>
                  <a:lnTo>
                    <a:pt x="83107" y="864878"/>
                  </a:lnTo>
                  <a:lnTo>
                    <a:pt x="99955" y="821945"/>
                  </a:lnTo>
                  <a:lnTo>
                    <a:pt x="118234" y="779754"/>
                  </a:lnTo>
                  <a:lnTo>
                    <a:pt x="137916" y="738335"/>
                  </a:lnTo>
                  <a:lnTo>
                    <a:pt x="158969" y="697717"/>
                  </a:lnTo>
                  <a:lnTo>
                    <a:pt x="181365" y="657932"/>
                  </a:lnTo>
                  <a:lnTo>
                    <a:pt x="205072" y="619007"/>
                  </a:lnTo>
                  <a:lnTo>
                    <a:pt x="230062" y="580975"/>
                  </a:lnTo>
                  <a:lnTo>
                    <a:pt x="256303" y="543865"/>
                  </a:lnTo>
                  <a:lnTo>
                    <a:pt x="283767" y="507706"/>
                  </a:lnTo>
                  <a:lnTo>
                    <a:pt x="312422" y="472529"/>
                  </a:lnTo>
                  <a:lnTo>
                    <a:pt x="342239" y="438364"/>
                  </a:lnTo>
                  <a:lnTo>
                    <a:pt x="373188" y="405241"/>
                  </a:lnTo>
                  <a:lnTo>
                    <a:pt x="405240" y="373190"/>
                  </a:lnTo>
                  <a:lnTo>
                    <a:pt x="438363" y="342241"/>
                  </a:lnTo>
                  <a:lnTo>
                    <a:pt x="472527" y="312424"/>
                  </a:lnTo>
                  <a:lnTo>
                    <a:pt x="507704" y="283768"/>
                  </a:lnTo>
                  <a:lnTo>
                    <a:pt x="543863" y="256305"/>
                  </a:lnTo>
                  <a:lnTo>
                    <a:pt x="580973" y="230063"/>
                  </a:lnTo>
                  <a:lnTo>
                    <a:pt x="619005" y="205073"/>
                  </a:lnTo>
                  <a:lnTo>
                    <a:pt x="657929" y="181366"/>
                  </a:lnTo>
                  <a:lnTo>
                    <a:pt x="697715" y="158970"/>
                  </a:lnTo>
                  <a:lnTo>
                    <a:pt x="738333" y="137917"/>
                  </a:lnTo>
                  <a:lnTo>
                    <a:pt x="779752" y="118235"/>
                  </a:lnTo>
                  <a:lnTo>
                    <a:pt x="821943" y="99955"/>
                  </a:lnTo>
                  <a:lnTo>
                    <a:pt x="864876" y="83108"/>
                  </a:lnTo>
                  <a:lnTo>
                    <a:pt x="908521" y="67723"/>
                  </a:lnTo>
                  <a:lnTo>
                    <a:pt x="952847" y="53829"/>
                  </a:lnTo>
                  <a:lnTo>
                    <a:pt x="997825" y="41458"/>
                  </a:lnTo>
                  <a:lnTo>
                    <a:pt x="1043424" y="30639"/>
                  </a:lnTo>
                  <a:lnTo>
                    <a:pt x="1089616" y="21402"/>
                  </a:lnTo>
                  <a:lnTo>
                    <a:pt x="1136369" y="13777"/>
                  </a:lnTo>
                  <a:lnTo>
                    <a:pt x="1183653" y="7794"/>
                  </a:lnTo>
                  <a:lnTo>
                    <a:pt x="1231440" y="3484"/>
                  </a:lnTo>
                  <a:lnTo>
                    <a:pt x="1279697" y="876"/>
                  </a:lnTo>
                  <a:lnTo>
                    <a:pt x="1328397" y="0"/>
                  </a:lnTo>
                  <a:lnTo>
                    <a:pt x="1378620" y="948"/>
                  </a:lnTo>
                  <a:lnTo>
                    <a:pt x="1428600" y="3782"/>
                  </a:lnTo>
                  <a:lnTo>
                    <a:pt x="1478287" y="8480"/>
                  </a:lnTo>
                  <a:lnTo>
                    <a:pt x="1527633" y="15022"/>
                  </a:lnTo>
                  <a:lnTo>
                    <a:pt x="1576591" y="23389"/>
                  </a:lnTo>
                  <a:lnTo>
                    <a:pt x="1625111" y="33560"/>
                  </a:lnTo>
                  <a:lnTo>
                    <a:pt x="1673147" y="45516"/>
                  </a:lnTo>
                  <a:lnTo>
                    <a:pt x="1720649" y="59237"/>
                  </a:lnTo>
                  <a:lnTo>
                    <a:pt x="1767570" y="74702"/>
                  </a:lnTo>
                  <a:lnTo>
                    <a:pt x="1813861" y="91892"/>
                  </a:lnTo>
                  <a:lnTo>
                    <a:pt x="1859474" y="110787"/>
                  </a:lnTo>
                  <a:lnTo>
                    <a:pt x="1904362" y="131366"/>
                  </a:lnTo>
                  <a:lnTo>
                    <a:pt x="1948475" y="153610"/>
                  </a:lnTo>
                  <a:lnTo>
                    <a:pt x="1991766" y="177499"/>
                  </a:lnTo>
                  <a:lnTo>
                    <a:pt x="2034186" y="203013"/>
                  </a:lnTo>
                  <a:lnTo>
                    <a:pt x="2075687" y="230132"/>
                  </a:lnTo>
                  <a:lnTo>
                    <a:pt x="2116222" y="258835"/>
                  </a:lnTo>
                  <a:lnTo>
                    <a:pt x="2155741" y="289104"/>
                  </a:lnTo>
                  <a:lnTo>
                    <a:pt x="2194198" y="320917"/>
                  </a:lnTo>
                  <a:lnTo>
                    <a:pt x="2231542" y="354255"/>
                  </a:lnTo>
                  <a:lnTo>
                    <a:pt x="2267727" y="389099"/>
                  </a:lnTo>
                  <a:lnTo>
                    <a:pt x="2302567" y="425284"/>
                  </a:lnTo>
                  <a:lnTo>
                    <a:pt x="2335903" y="462628"/>
                  </a:lnTo>
                  <a:lnTo>
                    <a:pt x="2367713" y="501083"/>
                  </a:lnTo>
                  <a:lnTo>
                    <a:pt x="2397979" y="540602"/>
                  </a:lnTo>
                  <a:lnTo>
                    <a:pt x="2426681" y="581135"/>
                  </a:lnTo>
                  <a:lnTo>
                    <a:pt x="2453797" y="622635"/>
                  </a:lnTo>
                  <a:lnTo>
                    <a:pt x="2479309" y="665054"/>
                  </a:lnTo>
                  <a:lnTo>
                    <a:pt x="2503197" y="708343"/>
                  </a:lnTo>
                  <a:lnTo>
                    <a:pt x="2525440" y="752454"/>
                  </a:lnTo>
                  <a:lnTo>
                    <a:pt x="2546018" y="797339"/>
                  </a:lnTo>
                  <a:lnTo>
                    <a:pt x="2564912" y="842951"/>
                  </a:lnTo>
                  <a:lnTo>
                    <a:pt x="2582101" y="889240"/>
                  </a:lnTo>
                  <a:lnTo>
                    <a:pt x="2597566" y="936158"/>
                  </a:lnTo>
                  <a:lnTo>
                    <a:pt x="2611286" y="983659"/>
                  </a:lnTo>
                  <a:lnTo>
                    <a:pt x="2623242" y="1031692"/>
                  </a:lnTo>
                  <a:lnTo>
                    <a:pt x="2633413" y="1080211"/>
                  </a:lnTo>
                  <a:lnTo>
                    <a:pt x="2641780" y="1129167"/>
                  </a:lnTo>
                  <a:lnTo>
                    <a:pt x="2648322" y="1178511"/>
                  </a:lnTo>
                  <a:lnTo>
                    <a:pt x="2653020" y="1228197"/>
                  </a:lnTo>
                  <a:lnTo>
                    <a:pt x="2655853" y="1278175"/>
                  </a:lnTo>
                  <a:lnTo>
                    <a:pt x="2656802" y="1328397"/>
                  </a:lnTo>
                  <a:lnTo>
                    <a:pt x="2655926" y="1377098"/>
                  </a:lnTo>
                  <a:lnTo>
                    <a:pt x="2653317" y="1425357"/>
                  </a:lnTo>
                  <a:lnTo>
                    <a:pt x="2649007" y="1473144"/>
                  </a:lnTo>
                  <a:lnTo>
                    <a:pt x="2643024" y="1520429"/>
                  </a:lnTo>
                  <a:lnTo>
                    <a:pt x="2635399" y="1567183"/>
                  </a:lnTo>
                  <a:lnTo>
                    <a:pt x="2626162" y="1613375"/>
                  </a:lnTo>
                  <a:lnTo>
                    <a:pt x="2615343" y="1658976"/>
                  </a:lnTo>
                  <a:lnTo>
                    <a:pt x="2602972" y="1703954"/>
                  </a:lnTo>
                  <a:lnTo>
                    <a:pt x="2589079" y="1748281"/>
                  </a:lnTo>
                  <a:lnTo>
                    <a:pt x="2573693" y="1791926"/>
                  </a:lnTo>
                  <a:lnTo>
                    <a:pt x="2556846" y="1834859"/>
                  </a:lnTo>
                  <a:lnTo>
                    <a:pt x="2538566" y="1877050"/>
                  </a:lnTo>
                  <a:lnTo>
                    <a:pt x="2518884" y="1918470"/>
                  </a:lnTo>
                  <a:lnTo>
                    <a:pt x="2497831" y="1959087"/>
                  </a:lnTo>
                  <a:lnTo>
                    <a:pt x="2475435" y="1998873"/>
                  </a:lnTo>
                  <a:lnTo>
                    <a:pt x="2451727" y="2037797"/>
                  </a:lnTo>
                  <a:lnTo>
                    <a:pt x="2426738" y="2075829"/>
                  </a:lnTo>
                  <a:lnTo>
                    <a:pt x="2400496" y="2112940"/>
                  </a:lnTo>
                  <a:lnTo>
                    <a:pt x="2373033" y="2149098"/>
                  </a:lnTo>
                  <a:lnTo>
                    <a:pt x="2344377" y="2184275"/>
                  </a:lnTo>
                  <a:lnTo>
                    <a:pt x="2314560" y="2218439"/>
                  </a:lnTo>
                  <a:lnTo>
                    <a:pt x="2283610" y="2251562"/>
                  </a:lnTo>
                  <a:lnTo>
                    <a:pt x="2251559" y="2283613"/>
                  </a:lnTo>
                  <a:lnTo>
                    <a:pt x="2218436" y="2314561"/>
                  </a:lnTo>
                  <a:lnTo>
                    <a:pt x="2184271" y="2344378"/>
                  </a:lnTo>
                  <a:lnTo>
                    <a:pt x="2149094" y="2373033"/>
                  </a:lnTo>
                  <a:lnTo>
                    <a:pt x="2112935" y="2400496"/>
                  </a:lnTo>
                  <a:lnTo>
                    <a:pt x="2075824" y="2426737"/>
                  </a:lnTo>
                  <a:lnTo>
                    <a:pt x="2037792" y="2451726"/>
                  </a:lnTo>
                  <a:lnTo>
                    <a:pt x="1998867" y="2475433"/>
                  </a:lnTo>
                  <a:lnTo>
                    <a:pt x="1959081" y="2497829"/>
                  </a:lnTo>
                  <a:lnTo>
                    <a:pt x="1918464" y="2518882"/>
                  </a:lnTo>
                  <a:lnTo>
                    <a:pt x="1877044" y="2538563"/>
                  </a:lnTo>
                  <a:lnTo>
                    <a:pt x="1834853" y="2556842"/>
                  </a:lnTo>
                  <a:lnTo>
                    <a:pt x="1791920" y="2573689"/>
                  </a:lnTo>
                  <a:lnTo>
                    <a:pt x="1748275" y="2589074"/>
                  </a:lnTo>
                  <a:lnTo>
                    <a:pt x="1703948" y="2602966"/>
                  </a:lnTo>
                  <a:lnTo>
                    <a:pt x="1658970" y="2615337"/>
                  </a:lnTo>
                  <a:lnTo>
                    <a:pt x="1613370" y="2626156"/>
                  </a:lnTo>
                  <a:lnTo>
                    <a:pt x="1567179" y="2635393"/>
                  </a:lnTo>
                  <a:lnTo>
                    <a:pt x="1520426" y="2643017"/>
                  </a:lnTo>
                  <a:lnTo>
                    <a:pt x="1473141" y="2649000"/>
                  </a:lnTo>
                  <a:lnTo>
                    <a:pt x="1425354" y="2653310"/>
                  </a:lnTo>
                  <a:lnTo>
                    <a:pt x="1377096" y="2655918"/>
                  </a:lnTo>
                  <a:lnTo>
                    <a:pt x="1328397" y="2656794"/>
                  </a:lnTo>
                  <a:close/>
                </a:path>
              </a:pathLst>
            </a:custGeom>
            <a:solidFill>
              <a:srgbClr val="3F2A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6"/>
            <p:cNvSpPr/>
            <p:nvPr/>
          </p:nvSpPr>
          <p:spPr>
            <a:xfrm>
              <a:off x="1268809" y="6223597"/>
              <a:ext cx="2048100" cy="2400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78" name="Google Shape;178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61950" y="2839350"/>
            <a:ext cx="5847499" cy="174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72727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 txBox="1"/>
          <p:nvPr/>
        </p:nvSpPr>
        <p:spPr>
          <a:xfrm>
            <a:off x="499425" y="1232600"/>
            <a:ext cx="3166200" cy="1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4" name="Google Shape;184;p7"/>
          <p:cNvSpPr txBox="1"/>
          <p:nvPr/>
        </p:nvSpPr>
        <p:spPr>
          <a:xfrm>
            <a:off x="499425" y="1155125"/>
            <a:ext cx="48411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5" name="Google Shape;185;p7"/>
          <p:cNvSpPr txBox="1">
            <a:spLocks noGrp="1"/>
          </p:cNvSpPr>
          <p:nvPr>
            <p:ph type="title"/>
          </p:nvPr>
        </p:nvSpPr>
        <p:spPr>
          <a:xfrm>
            <a:off x="499425" y="464050"/>
            <a:ext cx="7794600" cy="5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Transform: scale();</a:t>
            </a:r>
            <a:endParaRPr sz="34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86" name="Google Shape;18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60750" y="2014525"/>
            <a:ext cx="2333275" cy="269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7"/>
          <p:cNvSpPr/>
          <p:nvPr/>
        </p:nvSpPr>
        <p:spPr>
          <a:xfrm flipH="1">
            <a:off x="3202900" y="1232600"/>
            <a:ext cx="2436900" cy="1341000"/>
          </a:xfrm>
          <a:prstGeom prst="wedgeRectCallout">
            <a:avLst>
              <a:gd name="adj1" fmla="val -44639"/>
              <a:gd name="adj2" fmla="val 67192"/>
            </a:avLst>
          </a:prstGeom>
          <a:solidFill>
            <a:srgbClr val="27272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¡Hagamos una tarea práctica para consolidar lo que aprendimos!</a:t>
            </a: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72727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 txBox="1"/>
          <p:nvPr/>
        </p:nvSpPr>
        <p:spPr>
          <a:xfrm>
            <a:off x="499425" y="1232600"/>
            <a:ext cx="3166200" cy="1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499425" y="1155125"/>
            <a:ext cx="48411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499425" y="1155125"/>
            <a:ext cx="5242800" cy="12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¡Creo que todos podemos estar de acuerdo en que la capacidad de rotar elementos es increíblemente útil! ¡Para eso usamos la función </a:t>
            </a:r>
            <a:r>
              <a:rPr lang="ru" sz="1300">
                <a:solidFill>
                  <a:schemeClr val="accent6"/>
                </a:solidFill>
                <a:latin typeface="Manrope"/>
                <a:ea typeface="Manrope"/>
                <a:cs typeface="Manrope"/>
                <a:sym typeface="Manrope"/>
              </a:rPr>
              <a:t>rotate()</a:t>
            </a:r>
            <a:r>
              <a:rPr lang="ru" sz="13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! Tenga en cuenta que </a:t>
            </a:r>
            <a:r>
              <a:rPr lang="ru" sz="1300">
                <a:solidFill>
                  <a:schemeClr val="accent6"/>
                </a:solidFill>
                <a:latin typeface="Manrope"/>
                <a:ea typeface="Manrope"/>
                <a:cs typeface="Manrope"/>
                <a:sym typeface="Manrope"/>
              </a:rPr>
              <a:t>rotate()</a:t>
            </a:r>
            <a:r>
              <a:rPr lang="ru" sz="13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 acepta </a:t>
            </a:r>
            <a:r>
              <a:rPr lang="ru" sz="1300">
                <a:solidFill>
                  <a:schemeClr val="accent6"/>
                </a:solidFill>
                <a:latin typeface="Manrope"/>
                <a:ea typeface="Manrope"/>
                <a:cs typeface="Manrope"/>
                <a:sym typeface="Manrope"/>
              </a:rPr>
              <a:t>grados </a:t>
            </a:r>
            <a:r>
              <a:rPr lang="ru" sz="13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como argumento.</a:t>
            </a:r>
            <a:endParaRPr sz="13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¿Cómo podemos aplicar esto?</a:t>
            </a:r>
            <a:endParaRPr sz="13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5" name="Google Shape;195;p8"/>
          <p:cNvSpPr txBox="1">
            <a:spLocks noGrp="1"/>
          </p:cNvSpPr>
          <p:nvPr>
            <p:ph type="title"/>
          </p:nvPr>
        </p:nvSpPr>
        <p:spPr>
          <a:xfrm>
            <a:off x="499425" y="464050"/>
            <a:ext cx="7794600" cy="5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Transform: rotate();</a:t>
            </a:r>
            <a:endParaRPr sz="34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96" name="Google Shape;196;p8"/>
          <p:cNvGrpSpPr/>
          <p:nvPr/>
        </p:nvGrpSpPr>
        <p:grpSpPr>
          <a:xfrm>
            <a:off x="214955" y="3665392"/>
            <a:ext cx="1531403" cy="1478105"/>
            <a:chOff x="980915" y="5950713"/>
            <a:chExt cx="2656840" cy="2672884"/>
          </a:xfrm>
        </p:grpSpPr>
        <p:sp>
          <p:nvSpPr>
            <p:cNvPr id="197" name="Google Shape;197;p8"/>
            <p:cNvSpPr/>
            <p:nvPr/>
          </p:nvSpPr>
          <p:spPr>
            <a:xfrm>
              <a:off x="980915" y="5950713"/>
              <a:ext cx="2656840" cy="2656840"/>
            </a:xfrm>
            <a:custGeom>
              <a:avLst/>
              <a:gdLst/>
              <a:ahLst/>
              <a:cxnLst/>
              <a:rect l="l" t="t" r="r" b="b"/>
              <a:pathLst>
                <a:path w="2656840" h="2656840" extrusionOk="0">
                  <a:moveTo>
                    <a:pt x="1328397" y="2656794"/>
                  </a:moveTo>
                  <a:lnTo>
                    <a:pt x="1279697" y="2655918"/>
                  </a:lnTo>
                  <a:lnTo>
                    <a:pt x="1231440" y="2653310"/>
                  </a:lnTo>
                  <a:lnTo>
                    <a:pt x="1183653" y="2649000"/>
                  </a:lnTo>
                  <a:lnTo>
                    <a:pt x="1136369" y="2643017"/>
                  </a:lnTo>
                  <a:lnTo>
                    <a:pt x="1089616" y="2635393"/>
                  </a:lnTo>
                  <a:lnTo>
                    <a:pt x="1043424" y="2626156"/>
                  </a:lnTo>
                  <a:lnTo>
                    <a:pt x="997825" y="2615337"/>
                  </a:lnTo>
                  <a:lnTo>
                    <a:pt x="952847" y="2602966"/>
                  </a:lnTo>
                  <a:lnTo>
                    <a:pt x="908521" y="2589074"/>
                  </a:lnTo>
                  <a:lnTo>
                    <a:pt x="864876" y="2573689"/>
                  </a:lnTo>
                  <a:lnTo>
                    <a:pt x="821943" y="2556842"/>
                  </a:lnTo>
                  <a:lnTo>
                    <a:pt x="779752" y="2538563"/>
                  </a:lnTo>
                  <a:lnTo>
                    <a:pt x="738333" y="2518882"/>
                  </a:lnTo>
                  <a:lnTo>
                    <a:pt x="697715" y="2497829"/>
                  </a:lnTo>
                  <a:lnTo>
                    <a:pt x="657929" y="2475433"/>
                  </a:lnTo>
                  <a:lnTo>
                    <a:pt x="619005" y="2451726"/>
                  </a:lnTo>
                  <a:lnTo>
                    <a:pt x="580973" y="2426737"/>
                  </a:lnTo>
                  <a:lnTo>
                    <a:pt x="543863" y="2400496"/>
                  </a:lnTo>
                  <a:lnTo>
                    <a:pt x="507704" y="2373033"/>
                  </a:lnTo>
                  <a:lnTo>
                    <a:pt x="472527" y="2344378"/>
                  </a:lnTo>
                  <a:lnTo>
                    <a:pt x="438363" y="2314561"/>
                  </a:lnTo>
                  <a:lnTo>
                    <a:pt x="405240" y="2283613"/>
                  </a:lnTo>
                  <a:lnTo>
                    <a:pt x="373188" y="2251562"/>
                  </a:lnTo>
                  <a:lnTo>
                    <a:pt x="342239" y="2218439"/>
                  </a:lnTo>
                  <a:lnTo>
                    <a:pt x="312422" y="2184275"/>
                  </a:lnTo>
                  <a:lnTo>
                    <a:pt x="283767" y="2149098"/>
                  </a:lnTo>
                  <a:lnTo>
                    <a:pt x="256303" y="2112940"/>
                  </a:lnTo>
                  <a:lnTo>
                    <a:pt x="230062" y="2075829"/>
                  </a:lnTo>
                  <a:lnTo>
                    <a:pt x="205072" y="2037797"/>
                  </a:lnTo>
                  <a:lnTo>
                    <a:pt x="181365" y="1998873"/>
                  </a:lnTo>
                  <a:lnTo>
                    <a:pt x="158969" y="1959087"/>
                  </a:lnTo>
                  <a:lnTo>
                    <a:pt x="137916" y="1918470"/>
                  </a:lnTo>
                  <a:lnTo>
                    <a:pt x="118234" y="1877050"/>
                  </a:lnTo>
                  <a:lnTo>
                    <a:pt x="99955" y="1834859"/>
                  </a:lnTo>
                  <a:lnTo>
                    <a:pt x="83107" y="1791926"/>
                  </a:lnTo>
                  <a:lnTo>
                    <a:pt x="67722" y="1748281"/>
                  </a:lnTo>
                  <a:lnTo>
                    <a:pt x="53829" y="1703954"/>
                  </a:lnTo>
                  <a:lnTo>
                    <a:pt x="41458" y="1658976"/>
                  </a:lnTo>
                  <a:lnTo>
                    <a:pt x="30639" y="1613375"/>
                  </a:lnTo>
                  <a:lnTo>
                    <a:pt x="21402" y="1567183"/>
                  </a:lnTo>
                  <a:lnTo>
                    <a:pt x="13777" y="1520429"/>
                  </a:lnTo>
                  <a:lnTo>
                    <a:pt x="7794" y="1473144"/>
                  </a:lnTo>
                  <a:lnTo>
                    <a:pt x="3484" y="1425357"/>
                  </a:lnTo>
                  <a:lnTo>
                    <a:pt x="876" y="1377098"/>
                  </a:lnTo>
                  <a:lnTo>
                    <a:pt x="0" y="1328397"/>
                  </a:lnTo>
                  <a:lnTo>
                    <a:pt x="876" y="1279698"/>
                  </a:lnTo>
                  <a:lnTo>
                    <a:pt x="3484" y="1231440"/>
                  </a:lnTo>
                  <a:lnTo>
                    <a:pt x="7794" y="1183654"/>
                  </a:lnTo>
                  <a:lnTo>
                    <a:pt x="13777" y="1136370"/>
                  </a:lnTo>
                  <a:lnTo>
                    <a:pt x="21402" y="1089617"/>
                  </a:lnTo>
                  <a:lnTo>
                    <a:pt x="30639" y="1043426"/>
                  </a:lnTo>
                  <a:lnTo>
                    <a:pt x="41458" y="997826"/>
                  </a:lnTo>
                  <a:lnTo>
                    <a:pt x="53829" y="952849"/>
                  </a:lnTo>
                  <a:lnTo>
                    <a:pt x="67722" y="908522"/>
                  </a:lnTo>
                  <a:lnTo>
                    <a:pt x="83107" y="864878"/>
                  </a:lnTo>
                  <a:lnTo>
                    <a:pt x="99955" y="821945"/>
                  </a:lnTo>
                  <a:lnTo>
                    <a:pt x="118234" y="779754"/>
                  </a:lnTo>
                  <a:lnTo>
                    <a:pt x="137916" y="738335"/>
                  </a:lnTo>
                  <a:lnTo>
                    <a:pt x="158969" y="697717"/>
                  </a:lnTo>
                  <a:lnTo>
                    <a:pt x="181365" y="657932"/>
                  </a:lnTo>
                  <a:lnTo>
                    <a:pt x="205072" y="619007"/>
                  </a:lnTo>
                  <a:lnTo>
                    <a:pt x="230062" y="580975"/>
                  </a:lnTo>
                  <a:lnTo>
                    <a:pt x="256303" y="543865"/>
                  </a:lnTo>
                  <a:lnTo>
                    <a:pt x="283767" y="507706"/>
                  </a:lnTo>
                  <a:lnTo>
                    <a:pt x="312422" y="472529"/>
                  </a:lnTo>
                  <a:lnTo>
                    <a:pt x="342239" y="438364"/>
                  </a:lnTo>
                  <a:lnTo>
                    <a:pt x="373188" y="405241"/>
                  </a:lnTo>
                  <a:lnTo>
                    <a:pt x="405240" y="373190"/>
                  </a:lnTo>
                  <a:lnTo>
                    <a:pt x="438363" y="342241"/>
                  </a:lnTo>
                  <a:lnTo>
                    <a:pt x="472527" y="312424"/>
                  </a:lnTo>
                  <a:lnTo>
                    <a:pt x="507704" y="283768"/>
                  </a:lnTo>
                  <a:lnTo>
                    <a:pt x="543863" y="256305"/>
                  </a:lnTo>
                  <a:lnTo>
                    <a:pt x="580973" y="230063"/>
                  </a:lnTo>
                  <a:lnTo>
                    <a:pt x="619005" y="205073"/>
                  </a:lnTo>
                  <a:lnTo>
                    <a:pt x="657929" y="181366"/>
                  </a:lnTo>
                  <a:lnTo>
                    <a:pt x="697715" y="158970"/>
                  </a:lnTo>
                  <a:lnTo>
                    <a:pt x="738333" y="137917"/>
                  </a:lnTo>
                  <a:lnTo>
                    <a:pt x="779752" y="118235"/>
                  </a:lnTo>
                  <a:lnTo>
                    <a:pt x="821943" y="99955"/>
                  </a:lnTo>
                  <a:lnTo>
                    <a:pt x="864876" y="83108"/>
                  </a:lnTo>
                  <a:lnTo>
                    <a:pt x="908521" y="67723"/>
                  </a:lnTo>
                  <a:lnTo>
                    <a:pt x="952847" y="53829"/>
                  </a:lnTo>
                  <a:lnTo>
                    <a:pt x="997825" y="41458"/>
                  </a:lnTo>
                  <a:lnTo>
                    <a:pt x="1043424" y="30639"/>
                  </a:lnTo>
                  <a:lnTo>
                    <a:pt x="1089616" y="21402"/>
                  </a:lnTo>
                  <a:lnTo>
                    <a:pt x="1136369" y="13777"/>
                  </a:lnTo>
                  <a:lnTo>
                    <a:pt x="1183653" y="7794"/>
                  </a:lnTo>
                  <a:lnTo>
                    <a:pt x="1231440" y="3484"/>
                  </a:lnTo>
                  <a:lnTo>
                    <a:pt x="1279697" y="876"/>
                  </a:lnTo>
                  <a:lnTo>
                    <a:pt x="1328397" y="0"/>
                  </a:lnTo>
                  <a:lnTo>
                    <a:pt x="1378620" y="948"/>
                  </a:lnTo>
                  <a:lnTo>
                    <a:pt x="1428600" y="3782"/>
                  </a:lnTo>
                  <a:lnTo>
                    <a:pt x="1478287" y="8480"/>
                  </a:lnTo>
                  <a:lnTo>
                    <a:pt x="1527633" y="15022"/>
                  </a:lnTo>
                  <a:lnTo>
                    <a:pt x="1576591" y="23389"/>
                  </a:lnTo>
                  <a:lnTo>
                    <a:pt x="1625111" y="33560"/>
                  </a:lnTo>
                  <a:lnTo>
                    <a:pt x="1673147" y="45516"/>
                  </a:lnTo>
                  <a:lnTo>
                    <a:pt x="1720649" y="59237"/>
                  </a:lnTo>
                  <a:lnTo>
                    <a:pt x="1767570" y="74702"/>
                  </a:lnTo>
                  <a:lnTo>
                    <a:pt x="1813861" y="91892"/>
                  </a:lnTo>
                  <a:lnTo>
                    <a:pt x="1859474" y="110787"/>
                  </a:lnTo>
                  <a:lnTo>
                    <a:pt x="1904362" y="131366"/>
                  </a:lnTo>
                  <a:lnTo>
                    <a:pt x="1948475" y="153610"/>
                  </a:lnTo>
                  <a:lnTo>
                    <a:pt x="1991766" y="177499"/>
                  </a:lnTo>
                  <a:lnTo>
                    <a:pt x="2034186" y="203013"/>
                  </a:lnTo>
                  <a:lnTo>
                    <a:pt x="2075687" y="230132"/>
                  </a:lnTo>
                  <a:lnTo>
                    <a:pt x="2116222" y="258835"/>
                  </a:lnTo>
                  <a:lnTo>
                    <a:pt x="2155741" y="289104"/>
                  </a:lnTo>
                  <a:lnTo>
                    <a:pt x="2194198" y="320917"/>
                  </a:lnTo>
                  <a:lnTo>
                    <a:pt x="2231542" y="354255"/>
                  </a:lnTo>
                  <a:lnTo>
                    <a:pt x="2267727" y="389099"/>
                  </a:lnTo>
                  <a:lnTo>
                    <a:pt x="2302567" y="425284"/>
                  </a:lnTo>
                  <a:lnTo>
                    <a:pt x="2335903" y="462628"/>
                  </a:lnTo>
                  <a:lnTo>
                    <a:pt x="2367713" y="501083"/>
                  </a:lnTo>
                  <a:lnTo>
                    <a:pt x="2397979" y="540602"/>
                  </a:lnTo>
                  <a:lnTo>
                    <a:pt x="2426681" y="581135"/>
                  </a:lnTo>
                  <a:lnTo>
                    <a:pt x="2453797" y="622635"/>
                  </a:lnTo>
                  <a:lnTo>
                    <a:pt x="2479309" y="665054"/>
                  </a:lnTo>
                  <a:lnTo>
                    <a:pt x="2503197" y="708343"/>
                  </a:lnTo>
                  <a:lnTo>
                    <a:pt x="2525440" y="752454"/>
                  </a:lnTo>
                  <a:lnTo>
                    <a:pt x="2546018" y="797339"/>
                  </a:lnTo>
                  <a:lnTo>
                    <a:pt x="2564912" y="842951"/>
                  </a:lnTo>
                  <a:lnTo>
                    <a:pt x="2582101" y="889240"/>
                  </a:lnTo>
                  <a:lnTo>
                    <a:pt x="2597566" y="936158"/>
                  </a:lnTo>
                  <a:lnTo>
                    <a:pt x="2611286" y="983659"/>
                  </a:lnTo>
                  <a:lnTo>
                    <a:pt x="2623242" y="1031692"/>
                  </a:lnTo>
                  <a:lnTo>
                    <a:pt x="2633413" y="1080211"/>
                  </a:lnTo>
                  <a:lnTo>
                    <a:pt x="2641780" y="1129167"/>
                  </a:lnTo>
                  <a:lnTo>
                    <a:pt x="2648322" y="1178511"/>
                  </a:lnTo>
                  <a:lnTo>
                    <a:pt x="2653020" y="1228197"/>
                  </a:lnTo>
                  <a:lnTo>
                    <a:pt x="2655853" y="1278175"/>
                  </a:lnTo>
                  <a:lnTo>
                    <a:pt x="2656802" y="1328397"/>
                  </a:lnTo>
                  <a:lnTo>
                    <a:pt x="2655926" y="1377098"/>
                  </a:lnTo>
                  <a:lnTo>
                    <a:pt x="2653317" y="1425357"/>
                  </a:lnTo>
                  <a:lnTo>
                    <a:pt x="2649007" y="1473144"/>
                  </a:lnTo>
                  <a:lnTo>
                    <a:pt x="2643024" y="1520429"/>
                  </a:lnTo>
                  <a:lnTo>
                    <a:pt x="2635399" y="1567183"/>
                  </a:lnTo>
                  <a:lnTo>
                    <a:pt x="2626162" y="1613375"/>
                  </a:lnTo>
                  <a:lnTo>
                    <a:pt x="2615343" y="1658976"/>
                  </a:lnTo>
                  <a:lnTo>
                    <a:pt x="2602972" y="1703954"/>
                  </a:lnTo>
                  <a:lnTo>
                    <a:pt x="2589079" y="1748281"/>
                  </a:lnTo>
                  <a:lnTo>
                    <a:pt x="2573693" y="1791926"/>
                  </a:lnTo>
                  <a:lnTo>
                    <a:pt x="2556846" y="1834859"/>
                  </a:lnTo>
                  <a:lnTo>
                    <a:pt x="2538566" y="1877050"/>
                  </a:lnTo>
                  <a:lnTo>
                    <a:pt x="2518884" y="1918470"/>
                  </a:lnTo>
                  <a:lnTo>
                    <a:pt x="2497831" y="1959087"/>
                  </a:lnTo>
                  <a:lnTo>
                    <a:pt x="2475435" y="1998873"/>
                  </a:lnTo>
                  <a:lnTo>
                    <a:pt x="2451727" y="2037797"/>
                  </a:lnTo>
                  <a:lnTo>
                    <a:pt x="2426738" y="2075829"/>
                  </a:lnTo>
                  <a:lnTo>
                    <a:pt x="2400496" y="2112940"/>
                  </a:lnTo>
                  <a:lnTo>
                    <a:pt x="2373033" y="2149098"/>
                  </a:lnTo>
                  <a:lnTo>
                    <a:pt x="2344377" y="2184275"/>
                  </a:lnTo>
                  <a:lnTo>
                    <a:pt x="2314560" y="2218439"/>
                  </a:lnTo>
                  <a:lnTo>
                    <a:pt x="2283610" y="2251562"/>
                  </a:lnTo>
                  <a:lnTo>
                    <a:pt x="2251559" y="2283613"/>
                  </a:lnTo>
                  <a:lnTo>
                    <a:pt x="2218436" y="2314561"/>
                  </a:lnTo>
                  <a:lnTo>
                    <a:pt x="2184271" y="2344378"/>
                  </a:lnTo>
                  <a:lnTo>
                    <a:pt x="2149094" y="2373033"/>
                  </a:lnTo>
                  <a:lnTo>
                    <a:pt x="2112935" y="2400496"/>
                  </a:lnTo>
                  <a:lnTo>
                    <a:pt x="2075824" y="2426737"/>
                  </a:lnTo>
                  <a:lnTo>
                    <a:pt x="2037792" y="2451726"/>
                  </a:lnTo>
                  <a:lnTo>
                    <a:pt x="1998867" y="2475433"/>
                  </a:lnTo>
                  <a:lnTo>
                    <a:pt x="1959081" y="2497829"/>
                  </a:lnTo>
                  <a:lnTo>
                    <a:pt x="1918464" y="2518882"/>
                  </a:lnTo>
                  <a:lnTo>
                    <a:pt x="1877044" y="2538563"/>
                  </a:lnTo>
                  <a:lnTo>
                    <a:pt x="1834853" y="2556842"/>
                  </a:lnTo>
                  <a:lnTo>
                    <a:pt x="1791920" y="2573689"/>
                  </a:lnTo>
                  <a:lnTo>
                    <a:pt x="1748275" y="2589074"/>
                  </a:lnTo>
                  <a:lnTo>
                    <a:pt x="1703948" y="2602966"/>
                  </a:lnTo>
                  <a:lnTo>
                    <a:pt x="1658970" y="2615337"/>
                  </a:lnTo>
                  <a:lnTo>
                    <a:pt x="1613370" y="2626156"/>
                  </a:lnTo>
                  <a:lnTo>
                    <a:pt x="1567179" y="2635393"/>
                  </a:lnTo>
                  <a:lnTo>
                    <a:pt x="1520426" y="2643017"/>
                  </a:lnTo>
                  <a:lnTo>
                    <a:pt x="1473141" y="2649000"/>
                  </a:lnTo>
                  <a:lnTo>
                    <a:pt x="1425354" y="2653310"/>
                  </a:lnTo>
                  <a:lnTo>
                    <a:pt x="1377096" y="2655918"/>
                  </a:lnTo>
                  <a:lnTo>
                    <a:pt x="1328397" y="2656794"/>
                  </a:lnTo>
                  <a:close/>
                </a:path>
              </a:pathLst>
            </a:custGeom>
            <a:solidFill>
              <a:srgbClr val="3F2A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8"/>
            <p:cNvSpPr/>
            <p:nvPr/>
          </p:nvSpPr>
          <p:spPr>
            <a:xfrm>
              <a:off x="1268809" y="6223597"/>
              <a:ext cx="2048100" cy="2400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99" name="Google Shape;19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96475" y="2323200"/>
            <a:ext cx="6116725" cy="212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72727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"/>
          <p:cNvSpPr txBox="1"/>
          <p:nvPr/>
        </p:nvSpPr>
        <p:spPr>
          <a:xfrm>
            <a:off x="499425" y="1232600"/>
            <a:ext cx="3166200" cy="1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05" name="Google Shape;205;p9"/>
          <p:cNvSpPr txBox="1"/>
          <p:nvPr/>
        </p:nvSpPr>
        <p:spPr>
          <a:xfrm>
            <a:off x="499425" y="1155125"/>
            <a:ext cx="48411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06" name="Google Shape;206;p9"/>
          <p:cNvSpPr txBox="1">
            <a:spLocks noGrp="1"/>
          </p:cNvSpPr>
          <p:nvPr>
            <p:ph type="title"/>
          </p:nvPr>
        </p:nvSpPr>
        <p:spPr>
          <a:xfrm>
            <a:off x="499425" y="464050"/>
            <a:ext cx="7794600" cy="5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Transform: rotate();</a:t>
            </a:r>
            <a:endParaRPr sz="34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07" name="Google Shape;207;p9"/>
          <p:cNvSpPr/>
          <p:nvPr/>
        </p:nvSpPr>
        <p:spPr>
          <a:xfrm flipH="1">
            <a:off x="3530275" y="1232600"/>
            <a:ext cx="2436900" cy="1341000"/>
          </a:xfrm>
          <a:prstGeom prst="wedgeRectCallout">
            <a:avLst>
              <a:gd name="adj1" fmla="val -40245"/>
              <a:gd name="adj2" fmla="val 65550"/>
            </a:avLst>
          </a:prstGeom>
          <a:solidFill>
            <a:srgbClr val="27272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¡Ya sabes lo que viene después! ;)</a:t>
            </a: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08" name="Google Shape;20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57125" y="2296050"/>
            <a:ext cx="2436901" cy="2409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72727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 txBox="1"/>
          <p:nvPr/>
        </p:nvSpPr>
        <p:spPr>
          <a:xfrm>
            <a:off x="499425" y="1232600"/>
            <a:ext cx="3166200" cy="1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14" name="Google Shape;214;p10"/>
          <p:cNvSpPr txBox="1"/>
          <p:nvPr/>
        </p:nvSpPr>
        <p:spPr>
          <a:xfrm>
            <a:off x="499425" y="1155125"/>
            <a:ext cx="48411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5" name="Google Shape;215;p10"/>
          <p:cNvSpPr txBox="1">
            <a:spLocks noGrp="1"/>
          </p:cNvSpPr>
          <p:nvPr>
            <p:ph type="title"/>
          </p:nvPr>
        </p:nvSpPr>
        <p:spPr>
          <a:xfrm>
            <a:off x="499425" y="464050"/>
            <a:ext cx="7794600" cy="5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ru"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Transition</a:t>
            </a:r>
            <a:endParaRPr sz="34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6" name="Google Shape;216;p10"/>
          <p:cNvSpPr txBox="1"/>
          <p:nvPr/>
        </p:nvSpPr>
        <p:spPr>
          <a:xfrm>
            <a:off x="499425" y="1155125"/>
            <a:ext cx="7223400" cy="6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¡Aprendimos cómo implementar un montón de nuevas transformaciones! ¡Eso seguramente hará que nuestros sitios web sean mucho más interactivos! ¿Pero no sientes que todas estas transformaciones estaban ocurriendo demasiado rápido?</a:t>
            </a:r>
            <a:endParaRPr sz="13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17" name="Google Shape;21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6426" y="1808125"/>
            <a:ext cx="5291150" cy="297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72727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 txBox="1"/>
          <p:nvPr/>
        </p:nvSpPr>
        <p:spPr>
          <a:xfrm>
            <a:off x="499425" y="1232600"/>
            <a:ext cx="3166200" cy="1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23" name="Google Shape;223;p11"/>
          <p:cNvSpPr txBox="1"/>
          <p:nvPr/>
        </p:nvSpPr>
        <p:spPr>
          <a:xfrm>
            <a:off x="499425" y="1155125"/>
            <a:ext cx="4841100" cy="2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1"/>
          <p:cNvSpPr/>
          <p:nvPr/>
        </p:nvSpPr>
        <p:spPr>
          <a:xfrm flipH="1">
            <a:off x="4361850" y="1232600"/>
            <a:ext cx="2436900" cy="1341000"/>
          </a:xfrm>
          <a:prstGeom prst="wedgeRectCallout">
            <a:avLst>
              <a:gd name="adj1" fmla="val -49961"/>
              <a:gd name="adj2" fmla="val 75405"/>
            </a:avLst>
          </a:prstGeom>
          <a:solidFill>
            <a:srgbClr val="27272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transition ya se usó en la primera tarea: ¡por eso mi nueva piel apareció tan suave! =)</a:t>
            </a: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25" name="Google Shape;22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19325" y="2380750"/>
            <a:ext cx="2436901" cy="2409207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1"/>
          <p:cNvSpPr txBox="1">
            <a:spLocks noGrp="1"/>
          </p:cNvSpPr>
          <p:nvPr>
            <p:ph type="title"/>
          </p:nvPr>
        </p:nvSpPr>
        <p:spPr>
          <a:xfrm>
            <a:off x="499425" y="464050"/>
            <a:ext cx="7794600" cy="5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Transition</a:t>
            </a:r>
            <a:endParaRPr sz="34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27" name="Google Shape;227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350" y="3810550"/>
            <a:ext cx="4202524" cy="1261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1"/>
          <p:cNvSpPr txBox="1"/>
          <p:nvPr/>
        </p:nvSpPr>
        <p:spPr>
          <a:xfrm>
            <a:off x="499425" y="1067025"/>
            <a:ext cx="3166200" cy="29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Para suavizar las transiciones, podemos usar la propiedad de </a:t>
            </a:r>
            <a:r>
              <a:rPr lang="ru" dirty="0">
                <a:solidFill>
                  <a:schemeClr val="accent6"/>
                </a:solidFill>
                <a:latin typeface="Manrope"/>
                <a:ea typeface="Manrope"/>
                <a:cs typeface="Manrope"/>
                <a:sym typeface="Manrope"/>
              </a:rPr>
              <a:t>transition</a:t>
            </a:r>
            <a:r>
              <a:rPr lang="ru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¡La propiedad </a:t>
            </a:r>
            <a:r>
              <a:rPr lang="ru" dirty="0">
                <a:solidFill>
                  <a:schemeClr val="accent6"/>
                </a:solidFill>
                <a:latin typeface="Manrope"/>
                <a:ea typeface="Manrope"/>
                <a:cs typeface="Manrope"/>
                <a:sym typeface="Manrope"/>
              </a:rPr>
              <a:t>transition </a:t>
            </a:r>
            <a:r>
              <a:rPr lang="ru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nos permite definir un nuevo estado intermedio entre los dos estados de un elemento!</a:t>
            </a:r>
            <a:endParaRPr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300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3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En términos simples, hace que todas nuestras transformaciones sean suaves y agradables a la vista ;)</a:t>
            </a:r>
            <a:endParaRPr sz="1300" b="0" i="0" u="none" strike="noStrike" cap="none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300" b="0" i="0" u="none" strike="noStrike" cap="none" dirty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3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Esta propiedad se escribe en </a:t>
            </a:r>
            <a:r>
              <a:rPr lang="ru" sz="1300" dirty="0">
                <a:solidFill>
                  <a:schemeClr val="accent6"/>
                </a:solidFill>
                <a:latin typeface="Manrope"/>
                <a:ea typeface="Manrope"/>
                <a:cs typeface="Manrope"/>
                <a:sym typeface="Manrope"/>
              </a:rPr>
              <a:t>segundos o milisegundos</a:t>
            </a:r>
            <a:r>
              <a:rPr lang="ru" sz="1300" dirty="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:</a:t>
            </a:r>
            <a:endParaRPr sz="1300" b="0" i="0" u="none" strike="noStrike" cap="none" dirty="0">
              <a:solidFill>
                <a:schemeClr val="accent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72727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"/>
          <p:cNvSpPr txBox="1">
            <a:spLocks noGrp="1"/>
          </p:cNvSpPr>
          <p:nvPr>
            <p:ph type="title"/>
          </p:nvPr>
        </p:nvSpPr>
        <p:spPr>
          <a:xfrm>
            <a:off x="499425" y="464050"/>
            <a:ext cx="7794600" cy="5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Transformaciones en CSS</a:t>
            </a:r>
            <a:endParaRPr sz="34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4" name="Google Shape;234;p12"/>
          <p:cNvSpPr txBox="1"/>
          <p:nvPr/>
        </p:nvSpPr>
        <p:spPr>
          <a:xfrm>
            <a:off x="499425" y="1232600"/>
            <a:ext cx="3166200" cy="1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35" name="Google Shape;235;p12"/>
          <p:cNvSpPr txBox="1"/>
          <p:nvPr/>
        </p:nvSpPr>
        <p:spPr>
          <a:xfrm>
            <a:off x="499425" y="1155125"/>
            <a:ext cx="48411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6" name="Google Shape;236;p12"/>
          <p:cNvSpPr txBox="1"/>
          <p:nvPr/>
        </p:nvSpPr>
        <p:spPr>
          <a:xfrm>
            <a:off x="499425" y="1155125"/>
            <a:ext cx="4841100" cy="2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" sz="13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Entonces… ¿puedes decirme cuáles son esos?</a:t>
            </a:r>
            <a:endParaRPr sz="13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237" name="Google Shape;237;p12"/>
          <p:cNvGrpSpPr/>
          <p:nvPr/>
        </p:nvGrpSpPr>
        <p:grpSpPr>
          <a:xfrm>
            <a:off x="214955" y="3665392"/>
            <a:ext cx="1531403" cy="1478105"/>
            <a:chOff x="980915" y="5950713"/>
            <a:chExt cx="2656840" cy="2672884"/>
          </a:xfrm>
        </p:grpSpPr>
        <p:sp>
          <p:nvSpPr>
            <p:cNvPr id="238" name="Google Shape;238;p12"/>
            <p:cNvSpPr/>
            <p:nvPr/>
          </p:nvSpPr>
          <p:spPr>
            <a:xfrm>
              <a:off x="980915" y="5950713"/>
              <a:ext cx="2656840" cy="2656840"/>
            </a:xfrm>
            <a:custGeom>
              <a:avLst/>
              <a:gdLst/>
              <a:ahLst/>
              <a:cxnLst/>
              <a:rect l="l" t="t" r="r" b="b"/>
              <a:pathLst>
                <a:path w="2656840" h="2656840" extrusionOk="0">
                  <a:moveTo>
                    <a:pt x="1328397" y="2656794"/>
                  </a:moveTo>
                  <a:lnTo>
                    <a:pt x="1279697" y="2655918"/>
                  </a:lnTo>
                  <a:lnTo>
                    <a:pt x="1231440" y="2653310"/>
                  </a:lnTo>
                  <a:lnTo>
                    <a:pt x="1183653" y="2649000"/>
                  </a:lnTo>
                  <a:lnTo>
                    <a:pt x="1136369" y="2643017"/>
                  </a:lnTo>
                  <a:lnTo>
                    <a:pt x="1089616" y="2635393"/>
                  </a:lnTo>
                  <a:lnTo>
                    <a:pt x="1043424" y="2626156"/>
                  </a:lnTo>
                  <a:lnTo>
                    <a:pt x="997825" y="2615337"/>
                  </a:lnTo>
                  <a:lnTo>
                    <a:pt x="952847" y="2602966"/>
                  </a:lnTo>
                  <a:lnTo>
                    <a:pt x="908521" y="2589074"/>
                  </a:lnTo>
                  <a:lnTo>
                    <a:pt x="864876" y="2573689"/>
                  </a:lnTo>
                  <a:lnTo>
                    <a:pt x="821943" y="2556842"/>
                  </a:lnTo>
                  <a:lnTo>
                    <a:pt x="779752" y="2538563"/>
                  </a:lnTo>
                  <a:lnTo>
                    <a:pt x="738333" y="2518882"/>
                  </a:lnTo>
                  <a:lnTo>
                    <a:pt x="697715" y="2497829"/>
                  </a:lnTo>
                  <a:lnTo>
                    <a:pt x="657929" y="2475433"/>
                  </a:lnTo>
                  <a:lnTo>
                    <a:pt x="619005" y="2451726"/>
                  </a:lnTo>
                  <a:lnTo>
                    <a:pt x="580973" y="2426737"/>
                  </a:lnTo>
                  <a:lnTo>
                    <a:pt x="543863" y="2400496"/>
                  </a:lnTo>
                  <a:lnTo>
                    <a:pt x="507704" y="2373033"/>
                  </a:lnTo>
                  <a:lnTo>
                    <a:pt x="472527" y="2344378"/>
                  </a:lnTo>
                  <a:lnTo>
                    <a:pt x="438363" y="2314561"/>
                  </a:lnTo>
                  <a:lnTo>
                    <a:pt x="405240" y="2283613"/>
                  </a:lnTo>
                  <a:lnTo>
                    <a:pt x="373188" y="2251562"/>
                  </a:lnTo>
                  <a:lnTo>
                    <a:pt x="342239" y="2218439"/>
                  </a:lnTo>
                  <a:lnTo>
                    <a:pt x="312422" y="2184275"/>
                  </a:lnTo>
                  <a:lnTo>
                    <a:pt x="283767" y="2149098"/>
                  </a:lnTo>
                  <a:lnTo>
                    <a:pt x="256303" y="2112940"/>
                  </a:lnTo>
                  <a:lnTo>
                    <a:pt x="230062" y="2075829"/>
                  </a:lnTo>
                  <a:lnTo>
                    <a:pt x="205072" y="2037797"/>
                  </a:lnTo>
                  <a:lnTo>
                    <a:pt x="181365" y="1998873"/>
                  </a:lnTo>
                  <a:lnTo>
                    <a:pt x="158969" y="1959087"/>
                  </a:lnTo>
                  <a:lnTo>
                    <a:pt x="137916" y="1918470"/>
                  </a:lnTo>
                  <a:lnTo>
                    <a:pt x="118234" y="1877050"/>
                  </a:lnTo>
                  <a:lnTo>
                    <a:pt x="99955" y="1834859"/>
                  </a:lnTo>
                  <a:lnTo>
                    <a:pt x="83107" y="1791926"/>
                  </a:lnTo>
                  <a:lnTo>
                    <a:pt x="67722" y="1748281"/>
                  </a:lnTo>
                  <a:lnTo>
                    <a:pt x="53829" y="1703954"/>
                  </a:lnTo>
                  <a:lnTo>
                    <a:pt x="41458" y="1658976"/>
                  </a:lnTo>
                  <a:lnTo>
                    <a:pt x="30639" y="1613375"/>
                  </a:lnTo>
                  <a:lnTo>
                    <a:pt x="21402" y="1567183"/>
                  </a:lnTo>
                  <a:lnTo>
                    <a:pt x="13777" y="1520429"/>
                  </a:lnTo>
                  <a:lnTo>
                    <a:pt x="7794" y="1473144"/>
                  </a:lnTo>
                  <a:lnTo>
                    <a:pt x="3484" y="1425357"/>
                  </a:lnTo>
                  <a:lnTo>
                    <a:pt x="876" y="1377098"/>
                  </a:lnTo>
                  <a:lnTo>
                    <a:pt x="0" y="1328397"/>
                  </a:lnTo>
                  <a:lnTo>
                    <a:pt x="876" y="1279698"/>
                  </a:lnTo>
                  <a:lnTo>
                    <a:pt x="3484" y="1231440"/>
                  </a:lnTo>
                  <a:lnTo>
                    <a:pt x="7794" y="1183654"/>
                  </a:lnTo>
                  <a:lnTo>
                    <a:pt x="13777" y="1136370"/>
                  </a:lnTo>
                  <a:lnTo>
                    <a:pt x="21402" y="1089617"/>
                  </a:lnTo>
                  <a:lnTo>
                    <a:pt x="30639" y="1043426"/>
                  </a:lnTo>
                  <a:lnTo>
                    <a:pt x="41458" y="997826"/>
                  </a:lnTo>
                  <a:lnTo>
                    <a:pt x="53829" y="952849"/>
                  </a:lnTo>
                  <a:lnTo>
                    <a:pt x="67722" y="908522"/>
                  </a:lnTo>
                  <a:lnTo>
                    <a:pt x="83107" y="864878"/>
                  </a:lnTo>
                  <a:lnTo>
                    <a:pt x="99955" y="821945"/>
                  </a:lnTo>
                  <a:lnTo>
                    <a:pt x="118234" y="779754"/>
                  </a:lnTo>
                  <a:lnTo>
                    <a:pt x="137916" y="738335"/>
                  </a:lnTo>
                  <a:lnTo>
                    <a:pt x="158969" y="697717"/>
                  </a:lnTo>
                  <a:lnTo>
                    <a:pt x="181365" y="657932"/>
                  </a:lnTo>
                  <a:lnTo>
                    <a:pt x="205072" y="619007"/>
                  </a:lnTo>
                  <a:lnTo>
                    <a:pt x="230062" y="580975"/>
                  </a:lnTo>
                  <a:lnTo>
                    <a:pt x="256303" y="543865"/>
                  </a:lnTo>
                  <a:lnTo>
                    <a:pt x="283767" y="507706"/>
                  </a:lnTo>
                  <a:lnTo>
                    <a:pt x="312422" y="472529"/>
                  </a:lnTo>
                  <a:lnTo>
                    <a:pt x="342239" y="438364"/>
                  </a:lnTo>
                  <a:lnTo>
                    <a:pt x="373188" y="405241"/>
                  </a:lnTo>
                  <a:lnTo>
                    <a:pt x="405240" y="373190"/>
                  </a:lnTo>
                  <a:lnTo>
                    <a:pt x="438363" y="342241"/>
                  </a:lnTo>
                  <a:lnTo>
                    <a:pt x="472527" y="312424"/>
                  </a:lnTo>
                  <a:lnTo>
                    <a:pt x="507704" y="283768"/>
                  </a:lnTo>
                  <a:lnTo>
                    <a:pt x="543863" y="256305"/>
                  </a:lnTo>
                  <a:lnTo>
                    <a:pt x="580973" y="230063"/>
                  </a:lnTo>
                  <a:lnTo>
                    <a:pt x="619005" y="205073"/>
                  </a:lnTo>
                  <a:lnTo>
                    <a:pt x="657929" y="181366"/>
                  </a:lnTo>
                  <a:lnTo>
                    <a:pt x="697715" y="158970"/>
                  </a:lnTo>
                  <a:lnTo>
                    <a:pt x="738333" y="137917"/>
                  </a:lnTo>
                  <a:lnTo>
                    <a:pt x="779752" y="118235"/>
                  </a:lnTo>
                  <a:lnTo>
                    <a:pt x="821943" y="99955"/>
                  </a:lnTo>
                  <a:lnTo>
                    <a:pt x="864876" y="83108"/>
                  </a:lnTo>
                  <a:lnTo>
                    <a:pt x="908521" y="67723"/>
                  </a:lnTo>
                  <a:lnTo>
                    <a:pt x="952847" y="53829"/>
                  </a:lnTo>
                  <a:lnTo>
                    <a:pt x="997825" y="41458"/>
                  </a:lnTo>
                  <a:lnTo>
                    <a:pt x="1043424" y="30639"/>
                  </a:lnTo>
                  <a:lnTo>
                    <a:pt x="1089616" y="21402"/>
                  </a:lnTo>
                  <a:lnTo>
                    <a:pt x="1136369" y="13777"/>
                  </a:lnTo>
                  <a:lnTo>
                    <a:pt x="1183653" y="7794"/>
                  </a:lnTo>
                  <a:lnTo>
                    <a:pt x="1231440" y="3484"/>
                  </a:lnTo>
                  <a:lnTo>
                    <a:pt x="1279697" y="876"/>
                  </a:lnTo>
                  <a:lnTo>
                    <a:pt x="1328397" y="0"/>
                  </a:lnTo>
                  <a:lnTo>
                    <a:pt x="1378620" y="948"/>
                  </a:lnTo>
                  <a:lnTo>
                    <a:pt x="1428600" y="3782"/>
                  </a:lnTo>
                  <a:lnTo>
                    <a:pt x="1478287" y="8480"/>
                  </a:lnTo>
                  <a:lnTo>
                    <a:pt x="1527633" y="15022"/>
                  </a:lnTo>
                  <a:lnTo>
                    <a:pt x="1576591" y="23389"/>
                  </a:lnTo>
                  <a:lnTo>
                    <a:pt x="1625111" y="33560"/>
                  </a:lnTo>
                  <a:lnTo>
                    <a:pt x="1673147" y="45516"/>
                  </a:lnTo>
                  <a:lnTo>
                    <a:pt x="1720649" y="59237"/>
                  </a:lnTo>
                  <a:lnTo>
                    <a:pt x="1767570" y="74702"/>
                  </a:lnTo>
                  <a:lnTo>
                    <a:pt x="1813861" y="91892"/>
                  </a:lnTo>
                  <a:lnTo>
                    <a:pt x="1859474" y="110787"/>
                  </a:lnTo>
                  <a:lnTo>
                    <a:pt x="1904362" y="131366"/>
                  </a:lnTo>
                  <a:lnTo>
                    <a:pt x="1948475" y="153610"/>
                  </a:lnTo>
                  <a:lnTo>
                    <a:pt x="1991766" y="177499"/>
                  </a:lnTo>
                  <a:lnTo>
                    <a:pt x="2034186" y="203013"/>
                  </a:lnTo>
                  <a:lnTo>
                    <a:pt x="2075687" y="230132"/>
                  </a:lnTo>
                  <a:lnTo>
                    <a:pt x="2116222" y="258835"/>
                  </a:lnTo>
                  <a:lnTo>
                    <a:pt x="2155741" y="289104"/>
                  </a:lnTo>
                  <a:lnTo>
                    <a:pt x="2194198" y="320917"/>
                  </a:lnTo>
                  <a:lnTo>
                    <a:pt x="2231542" y="354255"/>
                  </a:lnTo>
                  <a:lnTo>
                    <a:pt x="2267727" y="389099"/>
                  </a:lnTo>
                  <a:lnTo>
                    <a:pt x="2302567" y="425284"/>
                  </a:lnTo>
                  <a:lnTo>
                    <a:pt x="2335903" y="462628"/>
                  </a:lnTo>
                  <a:lnTo>
                    <a:pt x="2367713" y="501083"/>
                  </a:lnTo>
                  <a:lnTo>
                    <a:pt x="2397979" y="540602"/>
                  </a:lnTo>
                  <a:lnTo>
                    <a:pt x="2426681" y="581135"/>
                  </a:lnTo>
                  <a:lnTo>
                    <a:pt x="2453797" y="622635"/>
                  </a:lnTo>
                  <a:lnTo>
                    <a:pt x="2479309" y="665054"/>
                  </a:lnTo>
                  <a:lnTo>
                    <a:pt x="2503197" y="708343"/>
                  </a:lnTo>
                  <a:lnTo>
                    <a:pt x="2525440" y="752454"/>
                  </a:lnTo>
                  <a:lnTo>
                    <a:pt x="2546018" y="797339"/>
                  </a:lnTo>
                  <a:lnTo>
                    <a:pt x="2564912" y="842951"/>
                  </a:lnTo>
                  <a:lnTo>
                    <a:pt x="2582101" y="889240"/>
                  </a:lnTo>
                  <a:lnTo>
                    <a:pt x="2597566" y="936158"/>
                  </a:lnTo>
                  <a:lnTo>
                    <a:pt x="2611286" y="983659"/>
                  </a:lnTo>
                  <a:lnTo>
                    <a:pt x="2623242" y="1031692"/>
                  </a:lnTo>
                  <a:lnTo>
                    <a:pt x="2633413" y="1080211"/>
                  </a:lnTo>
                  <a:lnTo>
                    <a:pt x="2641780" y="1129167"/>
                  </a:lnTo>
                  <a:lnTo>
                    <a:pt x="2648322" y="1178511"/>
                  </a:lnTo>
                  <a:lnTo>
                    <a:pt x="2653020" y="1228197"/>
                  </a:lnTo>
                  <a:lnTo>
                    <a:pt x="2655853" y="1278175"/>
                  </a:lnTo>
                  <a:lnTo>
                    <a:pt x="2656802" y="1328397"/>
                  </a:lnTo>
                  <a:lnTo>
                    <a:pt x="2655926" y="1377098"/>
                  </a:lnTo>
                  <a:lnTo>
                    <a:pt x="2653317" y="1425357"/>
                  </a:lnTo>
                  <a:lnTo>
                    <a:pt x="2649007" y="1473144"/>
                  </a:lnTo>
                  <a:lnTo>
                    <a:pt x="2643024" y="1520429"/>
                  </a:lnTo>
                  <a:lnTo>
                    <a:pt x="2635399" y="1567183"/>
                  </a:lnTo>
                  <a:lnTo>
                    <a:pt x="2626162" y="1613375"/>
                  </a:lnTo>
                  <a:lnTo>
                    <a:pt x="2615343" y="1658976"/>
                  </a:lnTo>
                  <a:lnTo>
                    <a:pt x="2602972" y="1703954"/>
                  </a:lnTo>
                  <a:lnTo>
                    <a:pt x="2589079" y="1748281"/>
                  </a:lnTo>
                  <a:lnTo>
                    <a:pt x="2573693" y="1791926"/>
                  </a:lnTo>
                  <a:lnTo>
                    <a:pt x="2556846" y="1834859"/>
                  </a:lnTo>
                  <a:lnTo>
                    <a:pt x="2538566" y="1877050"/>
                  </a:lnTo>
                  <a:lnTo>
                    <a:pt x="2518884" y="1918470"/>
                  </a:lnTo>
                  <a:lnTo>
                    <a:pt x="2497831" y="1959087"/>
                  </a:lnTo>
                  <a:lnTo>
                    <a:pt x="2475435" y="1998873"/>
                  </a:lnTo>
                  <a:lnTo>
                    <a:pt x="2451727" y="2037797"/>
                  </a:lnTo>
                  <a:lnTo>
                    <a:pt x="2426738" y="2075829"/>
                  </a:lnTo>
                  <a:lnTo>
                    <a:pt x="2400496" y="2112940"/>
                  </a:lnTo>
                  <a:lnTo>
                    <a:pt x="2373033" y="2149098"/>
                  </a:lnTo>
                  <a:lnTo>
                    <a:pt x="2344377" y="2184275"/>
                  </a:lnTo>
                  <a:lnTo>
                    <a:pt x="2314560" y="2218439"/>
                  </a:lnTo>
                  <a:lnTo>
                    <a:pt x="2283610" y="2251562"/>
                  </a:lnTo>
                  <a:lnTo>
                    <a:pt x="2251559" y="2283613"/>
                  </a:lnTo>
                  <a:lnTo>
                    <a:pt x="2218436" y="2314561"/>
                  </a:lnTo>
                  <a:lnTo>
                    <a:pt x="2184271" y="2344378"/>
                  </a:lnTo>
                  <a:lnTo>
                    <a:pt x="2149094" y="2373033"/>
                  </a:lnTo>
                  <a:lnTo>
                    <a:pt x="2112935" y="2400496"/>
                  </a:lnTo>
                  <a:lnTo>
                    <a:pt x="2075824" y="2426737"/>
                  </a:lnTo>
                  <a:lnTo>
                    <a:pt x="2037792" y="2451726"/>
                  </a:lnTo>
                  <a:lnTo>
                    <a:pt x="1998867" y="2475433"/>
                  </a:lnTo>
                  <a:lnTo>
                    <a:pt x="1959081" y="2497829"/>
                  </a:lnTo>
                  <a:lnTo>
                    <a:pt x="1918464" y="2518882"/>
                  </a:lnTo>
                  <a:lnTo>
                    <a:pt x="1877044" y="2538563"/>
                  </a:lnTo>
                  <a:lnTo>
                    <a:pt x="1834853" y="2556842"/>
                  </a:lnTo>
                  <a:lnTo>
                    <a:pt x="1791920" y="2573689"/>
                  </a:lnTo>
                  <a:lnTo>
                    <a:pt x="1748275" y="2589074"/>
                  </a:lnTo>
                  <a:lnTo>
                    <a:pt x="1703948" y="2602966"/>
                  </a:lnTo>
                  <a:lnTo>
                    <a:pt x="1658970" y="2615337"/>
                  </a:lnTo>
                  <a:lnTo>
                    <a:pt x="1613370" y="2626156"/>
                  </a:lnTo>
                  <a:lnTo>
                    <a:pt x="1567179" y="2635393"/>
                  </a:lnTo>
                  <a:lnTo>
                    <a:pt x="1520426" y="2643017"/>
                  </a:lnTo>
                  <a:lnTo>
                    <a:pt x="1473141" y="2649000"/>
                  </a:lnTo>
                  <a:lnTo>
                    <a:pt x="1425354" y="2653310"/>
                  </a:lnTo>
                  <a:lnTo>
                    <a:pt x="1377096" y="2655918"/>
                  </a:lnTo>
                  <a:lnTo>
                    <a:pt x="1328397" y="2656794"/>
                  </a:lnTo>
                  <a:close/>
                </a:path>
              </a:pathLst>
            </a:custGeom>
            <a:solidFill>
              <a:srgbClr val="3F2A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2"/>
            <p:cNvSpPr/>
            <p:nvPr/>
          </p:nvSpPr>
          <p:spPr>
            <a:xfrm>
              <a:off x="1268809" y="6223597"/>
              <a:ext cx="2048100" cy="2400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40" name="Google Shape;240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92925" y="1146250"/>
            <a:ext cx="2561625" cy="384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72727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"/>
          <p:cNvSpPr txBox="1">
            <a:spLocks noGrp="1"/>
          </p:cNvSpPr>
          <p:nvPr>
            <p:ph type="title"/>
          </p:nvPr>
        </p:nvSpPr>
        <p:spPr>
          <a:xfrm>
            <a:off x="499425" y="387850"/>
            <a:ext cx="7794600" cy="15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¡Gracias por prestar atención!</a:t>
            </a:r>
            <a:endParaRPr sz="34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4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34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6" name="Google Shape;246;p13"/>
          <p:cNvSpPr txBox="1"/>
          <p:nvPr/>
        </p:nvSpPr>
        <p:spPr>
          <a:xfrm>
            <a:off x="499425" y="1232600"/>
            <a:ext cx="3166200" cy="1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47" name="Google Shape;247;p13"/>
          <p:cNvSpPr txBox="1"/>
          <p:nvPr/>
        </p:nvSpPr>
        <p:spPr>
          <a:xfrm>
            <a:off x="499425" y="1155125"/>
            <a:ext cx="48411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8" name="Google Shape;248;p13"/>
          <p:cNvSpPr txBox="1"/>
          <p:nvPr/>
        </p:nvSpPr>
        <p:spPr>
          <a:xfrm>
            <a:off x="651825" y="1917125"/>
            <a:ext cx="4841100" cy="2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9" name="Google Shape;249;p13"/>
          <p:cNvSpPr txBox="1"/>
          <p:nvPr/>
        </p:nvSpPr>
        <p:spPr>
          <a:xfrm>
            <a:off x="651825" y="1307525"/>
            <a:ext cx="4841100" cy="2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50" name="Google Shape;250;p13"/>
          <p:cNvSpPr/>
          <p:nvPr/>
        </p:nvSpPr>
        <p:spPr>
          <a:xfrm flipH="1">
            <a:off x="3202900" y="1615500"/>
            <a:ext cx="2436900" cy="1341000"/>
          </a:xfrm>
          <a:prstGeom prst="wedgeRectCallout">
            <a:avLst>
              <a:gd name="adj1" fmla="val -50966"/>
              <a:gd name="adj2" fmla="val 74776"/>
            </a:avLst>
          </a:prstGeom>
          <a:solidFill>
            <a:srgbClr val="27272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Sin embargo, antes de que termine la lección, ¿qué tal si hacemos una tarea grupal y un cuestionario? ;)</a:t>
            </a:r>
            <a:endParaRPr sz="1400" b="0" i="0" u="none" strike="noStrike" cap="non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51" name="Google Shape;25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39800" y="1769700"/>
            <a:ext cx="3048750" cy="304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476</Words>
  <Application>Microsoft Macintosh PowerPoint</Application>
  <PresentationFormat>Presentación en pantalla (16:9)</PresentationFormat>
  <Paragraphs>44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Arial Black</vt:lpstr>
      <vt:lpstr>Montserrat</vt:lpstr>
      <vt:lpstr>Arial</vt:lpstr>
      <vt:lpstr>Manrope</vt:lpstr>
      <vt:lpstr>Simple Light</vt:lpstr>
      <vt:lpstr>Simple Light</vt:lpstr>
      <vt:lpstr>Familiarizarse con las transformaciones CSS  </vt:lpstr>
      <vt:lpstr>Presentación de PowerPoint</vt:lpstr>
      <vt:lpstr>La propiedad transform</vt:lpstr>
      <vt:lpstr>Transform: translate();</vt:lpstr>
      <vt:lpstr>Transform: translate();</vt:lpstr>
      <vt:lpstr>Transform: scale();</vt:lpstr>
      <vt:lpstr>Transform: scale();</vt:lpstr>
      <vt:lpstr>Transform: rotate();</vt:lpstr>
      <vt:lpstr>Transform: rotate();</vt:lpstr>
      <vt:lpstr>Transition</vt:lpstr>
      <vt:lpstr>Transition</vt:lpstr>
      <vt:lpstr>Transformaciones en CSS</vt:lpstr>
      <vt:lpstr>¡Gracias por prestar atención!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Familiarizarse con las transformaciones CSS  </dc:title>
  <cp:lastModifiedBy>MYLE URDANETA</cp:lastModifiedBy>
  <cp:revision>1</cp:revision>
  <dcterms:modified xsi:type="dcterms:W3CDTF">2023-10-12T23:10:15Z</dcterms:modified>
</cp:coreProperties>
</file>